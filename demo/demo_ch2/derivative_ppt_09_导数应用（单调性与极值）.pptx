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单调性判定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f'(x) &gt; 0 ⇒ 递增；f'(x) &lt; 0 ⇒ 递减</a:t>
            </a:r>
          </a:p>
          <a:p>
            <a:pPr>
              <a:defRPr sz="2000"/>
            </a:pPr>
            <a:r>
              <a:t>• 驻点（f'=0）划分区间</a:t>
            </a:r>
          </a:p>
          <a:p>
            <a:pPr>
              <a:defRPr sz="2000"/>
            </a:pPr>
            <a:r>
              <a:t>• 结合不可导点一起讨论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极值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极值点：驻点或不可导点</a:t>
            </a:r>
          </a:p>
          <a:p>
            <a:pPr>
              <a:defRPr sz="2000"/>
            </a:pPr>
            <a:r>
              <a:t>• 一阶导变号判极值</a:t>
            </a:r>
          </a:p>
          <a:p>
            <a:pPr>
              <a:defRPr sz="2000"/>
            </a:pPr>
            <a:r>
              <a:t>• 二阶导判别：f''&gt;0 极小，f''&lt;0 极大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最值求法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闭区间：端点 + 驻点 + 不可导点</a:t>
            </a:r>
          </a:p>
          <a:p>
            <a:pPr>
              <a:defRPr sz="2000"/>
            </a:pPr>
            <a:r>
              <a:t>• 比较函数值取最大最小</a:t>
            </a:r>
          </a:p>
          <a:p>
            <a:pPr>
              <a:defRPr sz="2000"/>
            </a:pPr>
            <a:r>
              <a:t>• 例：f(x)=x³−3x 在 [0,2] 最值 −2 /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凹凸与拐点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y'' &gt; 0 凹；y'' &lt; 0 凸</a:t>
            </a:r>
          </a:p>
          <a:p>
            <a:pPr>
              <a:defRPr sz="2000"/>
            </a:pPr>
            <a:r>
              <a:t>• 拐点：y'' 变号处</a:t>
            </a:r>
          </a:p>
          <a:p>
            <a:pPr>
              <a:defRPr sz="2000"/>
            </a:pPr>
            <a:r>
              <a:t>• 例：y = x²e^(−x) 拐点 x = 2±√2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导数符号定单调</a:t>
            </a:r>
          </a:p>
          <a:p>
            <a:pPr>
              <a:defRPr sz="2000"/>
            </a:pPr>
            <a:r>
              <a:t>• 极值、最值、凹凸全套流程</a:t>
            </a:r>
          </a:p>
          <a:p>
            <a:pPr>
              <a:defRPr sz="2000"/>
            </a:pPr>
            <a:r>
              <a:t>• 驻点/不可导点/端点是关键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