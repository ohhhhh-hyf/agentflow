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极限的概念与意义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极限研究函数/数列的变化趋势</a:t>
            </a:r>
          </a:p>
          <a:p>
            <a:pPr/>
            <a:r>
              <a:t>数列极限：x_n 无限趋近 a</a:t>
            </a:r>
          </a:p>
          <a:p>
            <a:pPr/>
            <a:r>
              <a:t>几何意义：尾部进入 a 的 ε 邻域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数列极限的定义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ε-N 语言：任意 ε&gt;0，存在 N</a:t>
            </a:r>
          </a:p>
          <a:p>
            <a:pPr/>
            <a:r>
              <a:t>n&gt;N 时 |x_n - a| &lt; ε</a:t>
            </a:r>
          </a:p>
          <a:p>
            <a:pPr/>
            <a:r>
              <a:t>N 由 ε 决定，先给误差再找 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收敛数列的性质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唯一性：极限唯一</a:t>
            </a:r>
          </a:p>
          <a:p>
            <a:pPr/>
            <a:r>
              <a:t>有界性：收敛必有界</a:t>
            </a:r>
          </a:p>
          <a:p>
            <a:pPr/>
            <a:r>
              <a:t>保号性：极限正则尾项正</a:t>
            </a:r>
          </a:p>
          <a:p>
            <a:pPr/>
            <a:r>
              <a:t>四则运算与夹逼准则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典型极限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lim 1/n = 0</a:t>
            </a:r>
          </a:p>
          <a:p>
            <a:pPr/>
            <a:r>
              <a:t>lim q^n = 0 (|q|&lt;1)</a:t>
            </a:r>
          </a:p>
          <a:p>
            <a:pPr/>
            <a:r>
              <a:t>lim n^(1/n) =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收敛 ⇔ 极限存在</a:t>
            </a:r>
          </a:p>
          <a:p>
            <a:pPr/>
            <a:r>
              <a:t>单调有界 ⇒ 收敛</a:t>
            </a:r>
          </a:p>
          <a:p>
            <a:pPr/>
            <a:r>
              <a:t>子列同极限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