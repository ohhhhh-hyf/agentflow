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四则运算法则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lim(f±g) = lim f ± lim g</a:t>
            </a:r>
          </a:p>
          <a:p>
            <a:pPr/>
            <a:r>
              <a:t>lim(f·g) = lim f · lim g</a:t>
            </a:r>
          </a:p>
          <a:p>
            <a:pPr/>
            <a:r>
              <a:t>lim(f/g) = lim f / lim g (lim g≠0)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使用前提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各极限必须存在</a:t>
            </a:r>
          </a:p>
          <a:p>
            <a:pPr/>
            <a:r>
              <a:t>分母极限不能为零</a:t>
            </a:r>
          </a:p>
          <a:p>
            <a:pPr/>
            <a:r>
              <a:t>未定型不能直接套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未定型类型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0/0、∞/∞、0·∞</a:t>
            </a:r>
          </a:p>
          <a:p>
            <a:pPr/>
            <a:r>
              <a:t>∞−∞、1^∞、0^0、∞^0</a:t>
            </a:r>
          </a:p>
          <a:p>
            <a:pPr/>
            <a:r>
              <a:t>必须先变形再算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计算技巧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约去零因子</a:t>
            </a:r>
          </a:p>
          <a:p>
            <a:pPr/>
            <a:r>
              <a:t>有理化（含根式）</a:t>
            </a:r>
          </a:p>
          <a:p>
            <a:pPr/>
            <a:r>
              <a:t>抓大头（∞/∞ 型）</a:t>
            </a:r>
          </a:p>
          <a:p>
            <a:pPr/>
            <a:r>
              <a:t>等价无穷小替换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复合函数极限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换元法：先内后外</a:t>
            </a:r>
          </a:p>
          <a:p>
            <a:pPr/>
            <a:r>
              <a:t>内层极限存在且外层可换</a:t>
            </a:r>
          </a:p>
          <a:p>
            <a:pPr/>
            <a:r>
              <a:t>例：sin(x²)/x² → 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