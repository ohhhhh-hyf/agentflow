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链式法则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y = f(g(x)) → y' = f'(g(x))·g'(x)</a:t>
            </a:r>
          </a:p>
          <a:p>
            <a:pPr>
              <a:defRPr sz="2000"/>
            </a:pPr>
            <a:r>
              <a:t>• 外层导 × 内层导</a:t>
            </a:r>
          </a:p>
          <a:p>
            <a:pPr>
              <a:defRPr sz="2000"/>
            </a:pPr>
            <a:r>
              <a:t>• 复合几层乘几个因子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经典例题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sin(2x) → 2cos(2x)</a:t>
            </a:r>
          </a:p>
          <a:p>
            <a:pPr>
              <a:defRPr sz="2000"/>
            </a:pPr>
            <a:r>
              <a:t>• e^(x²) → 2x·e^(x²)</a:t>
            </a:r>
          </a:p>
          <a:p>
            <a:pPr>
              <a:defRPr sz="2000"/>
            </a:pPr>
            <a:r>
              <a:t>• ln(1+x²) → 2x/(1+x²)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多层复合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√(1+tan x) 三层：开方/1+tan/tan</a:t>
            </a:r>
          </a:p>
          <a:p>
            <a:pPr>
              <a:defRPr sz="2000"/>
            </a:pPr>
            <a:r>
              <a:t>• 逐层剥：外层先导再往里</a:t>
            </a:r>
          </a:p>
          <a:p>
            <a:pPr>
              <a:defRPr sz="2000"/>
            </a:pPr>
            <a:r>
              <a:t>• y = sin²(3x) → 2sin(3x)cos(3x)·3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易错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漏乘内层导数（最高频错误）</a:t>
            </a:r>
          </a:p>
          <a:p>
            <a:pPr>
              <a:defRPr sz="2000"/>
            </a:pPr>
            <a:r>
              <a:t>• (sin x)² 与 sin(x²) 别混淆</a:t>
            </a:r>
          </a:p>
          <a:p>
            <a:pPr>
              <a:defRPr sz="2000"/>
            </a:pPr>
            <a:r>
              <a:t>• 检查：有几层就乘几个因子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链式法则是复合求导核心</a:t>
            </a:r>
          </a:p>
          <a:p>
            <a:pPr>
              <a:defRPr sz="2000"/>
            </a:pPr>
            <a:r>
              <a:t>• 分层清楚、逐层求导</a:t>
            </a:r>
          </a:p>
          <a:p>
            <a:pPr>
              <a:defRPr sz="2000"/>
            </a:pPr>
            <a:r>
              <a:t>• 写完自查内层导是否漏乘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