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连续的定义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lim(x→x0) f(x) = f(x0)</a:t>
            </a:r>
          </a:p>
          <a:p>
            <a:pPr/>
            <a:r>
              <a:t>三条件缺一不可</a:t>
            </a:r>
          </a:p>
          <a:p>
            <a:pPr/>
            <a:r>
              <a:t>Δy → 0 等价定义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左连续与右连续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左极限=函数值</a:t>
            </a:r>
          </a:p>
          <a:p>
            <a:pPr/>
            <a:r>
              <a:t>右极限=函数值</a:t>
            </a:r>
          </a:p>
          <a:p>
            <a:pPr/>
            <a:r>
              <a:t>连续 ⇔ 左右都连续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初等函数连续性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定义区间内处处连续</a:t>
            </a:r>
          </a:p>
          <a:p>
            <a:pPr/>
            <a:r>
              <a:t>代入法求极限依据</a:t>
            </a:r>
          </a:p>
          <a:p>
            <a:pPr/>
            <a:r>
              <a:t>lim f(x) = f(lim 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连续函数运算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四则运算保持连续</a:t>
            </a:r>
          </a:p>
          <a:p>
            <a:pPr/>
            <a:r>
              <a:t>复合保持连续</a:t>
            </a:r>
          </a:p>
          <a:p>
            <a:pPr/>
            <a:r>
              <a:t>反函数保持连续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判断步骤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① f(x0) 有定义？</a:t>
            </a:r>
          </a:p>
          <a:p>
            <a:pPr/>
            <a:r>
              <a:t>② 极限存在？</a:t>
            </a:r>
          </a:p>
          <a:p>
            <a:pPr/>
            <a:r>
              <a:t>③ 极限=函数值？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