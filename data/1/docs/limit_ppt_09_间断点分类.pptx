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第一类间断点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左右极限都存在</a:t>
            </a:r>
          </a:p>
          <a:p>
            <a:pPr/>
            <a:r>
              <a:t>可去：相等但≠f(x0)</a:t>
            </a:r>
          </a:p>
          <a:p>
            <a:pPr/>
            <a:r>
              <a:t>跳跃：不相等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第二类间断点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左右极限至少一个不存在</a:t>
            </a:r>
          </a:p>
          <a:p>
            <a:pPr/>
            <a:r>
              <a:t>无穷间断：1/x 在 0</a:t>
            </a:r>
          </a:p>
          <a:p>
            <a:pPr/>
            <a:r>
              <a:t>振荡间断：sin(1/x)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判断流程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求左右极限</a:t>
            </a:r>
          </a:p>
          <a:p>
            <a:pPr/>
            <a:r>
              <a:t>都存在？→ 第一类</a:t>
            </a:r>
          </a:p>
          <a:p>
            <a:pPr/>
            <a:r>
              <a:t>存在一个？→ 第二类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典型例子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 x/x 在 0：可去</a:t>
            </a:r>
          </a:p>
          <a:p>
            <a:pPr/>
            <a:r>
              <a:t>|x|/x 在 0：跳跃</a:t>
            </a:r>
          </a:p>
          <a:p>
            <a:pPr/>
            <a:r>
              <a:t>e^(1/x) 在 0：第二类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补定义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可去间断点可补定义</a:t>
            </a:r>
          </a:p>
          <a:p>
            <a:pPr/>
            <a:r>
              <a:t>f(0)=lim 后连续</a:t>
            </a:r>
          </a:p>
          <a:p>
            <a:pPr/>
            <a:r>
              <a:t>常用于求参数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