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夹逼准则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g(x) ≤ f(x) ≤ h(x)</a:t>
            </a:r>
          </a:p>
          <a:p>
            <a:pPr/>
            <a:r>
              <a:t>lim g = lim h = A</a:t>
            </a:r>
          </a:p>
          <a:p>
            <a:pPr/>
            <a:r>
              <a:t>则 lim f = 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夹逼应用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x·sin(1/x) → 0</a:t>
            </a:r>
          </a:p>
          <a:p>
            <a:pPr/>
            <a:r>
              <a:t>n 项和型数列极限</a:t>
            </a:r>
          </a:p>
          <a:p>
            <a:pPr/>
            <a:r>
              <a:t>放缩要松紧适中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单调有界准则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单调递增+有上界 ⇒ 收敛</a:t>
            </a:r>
          </a:p>
          <a:p>
            <a:pPr/>
            <a:r>
              <a:t>单调递减+有下界 ⇒ 收敛</a:t>
            </a:r>
          </a:p>
          <a:p>
            <a:pPr/>
            <a:r>
              <a:t>常用于递推数列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递推数列三步法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① 证有界（归纳）</a:t>
            </a:r>
          </a:p>
          <a:p>
            <a:pPr/>
            <a:r>
              <a:t>② 证单调（作差/作商）</a:t>
            </a:r>
          </a:p>
          <a:p>
            <a:pPr/>
            <a:r>
              <a:t>③ 设极限 A 解方程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例：x₁=√2, xₙ₊₁=√(2+xₙ)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有界：xₙ&lt;2</a:t>
            </a:r>
          </a:p>
          <a:p>
            <a:pPr/>
            <a:r>
              <a:t>单调递增</a:t>
            </a:r>
          </a:p>
          <a:p>
            <a:pPr/>
            <a:r>
              <a:t>A = √(2+A) ⇒ A=2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