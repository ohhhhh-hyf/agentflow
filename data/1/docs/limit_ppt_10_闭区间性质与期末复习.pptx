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闭区间连续函数性质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最值定理：必有最大最小值</a:t>
            </a:r>
          </a:p>
          <a:p>
            <a:pPr/>
            <a:r>
              <a:t>有界性：必有界</a:t>
            </a:r>
          </a:p>
          <a:p>
            <a:pPr/>
            <a:r>
              <a:t>介值定理：取中间值</a:t>
            </a:r>
          </a:p>
          <a:p>
            <a:pPr/>
            <a:r>
              <a:t>零点定理：异号必有根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零点定理应用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证明方程有根</a:t>
            </a:r>
          </a:p>
          <a:p>
            <a:pPr/>
            <a:r>
              <a:t>构造连续函数</a:t>
            </a:r>
          </a:p>
          <a:p>
            <a:pPr/>
            <a:r>
              <a:t>找端点异号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证唯一根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零点存在 + 单调性</a:t>
            </a:r>
          </a:p>
          <a:p>
            <a:pPr/>
            <a:r>
              <a:t>f' 不变号</a:t>
            </a:r>
          </a:p>
          <a:p>
            <a:pPr/>
            <a:r>
              <a:t>恰有一个根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高频考点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0/0、∞/∞ 计算</a:t>
            </a:r>
          </a:p>
          <a:p>
            <a:pPr/>
            <a:r>
              <a:t>两个重要极限</a:t>
            </a:r>
          </a:p>
          <a:p>
            <a:pPr/>
            <a:r>
              <a:t>等价替换</a:t>
            </a:r>
          </a:p>
          <a:p>
            <a:pPr/>
            <a:r>
              <a:t>间断点分类</a:t>
            </a:r>
          </a:p>
          <a:p>
            <a:pPr/>
            <a:r>
              <a:t>零点定理证明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冲刺建议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默写公式</a:t>
            </a:r>
          </a:p>
          <a:p>
            <a:pPr/>
            <a:r>
              <a:t>重做错题</a:t>
            </a:r>
          </a:p>
          <a:p>
            <a:pPr/>
            <a:r>
              <a:t>限时模拟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