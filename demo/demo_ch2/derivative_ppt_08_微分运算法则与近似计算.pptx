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微分运算法则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d(u±v) = du ± dv</a:t>
            </a:r>
          </a:p>
          <a:p>
            <a:pPr>
              <a:defRPr sz="2000"/>
            </a:pPr>
            <a:r>
              <a:t>• d(uv) = vdu + udv</a:t>
            </a:r>
          </a:p>
          <a:p>
            <a:pPr>
              <a:defRPr sz="2000"/>
            </a:pPr>
            <a:r>
              <a:t>• d(u/v) = (vdu − udv)/v²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一阶微分形式不变性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dy = f'(u)du 对中间变量也成立</a:t>
            </a:r>
          </a:p>
          <a:p>
            <a:pPr>
              <a:defRPr sz="2000"/>
            </a:pPr>
            <a:r>
              <a:t>• 复合函数微分化繁为简</a:t>
            </a:r>
          </a:p>
          <a:p>
            <a:pPr>
              <a:defRPr sz="2000"/>
            </a:pPr>
            <a:r>
              <a:t>• 例：d(sin(2x+1)) = 2cos(2x+1)dx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近似计算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f(x₀+Δx) ≈ f(x₀) + f'(x₀)Δx</a:t>
            </a:r>
          </a:p>
          <a:p>
            <a:pPr>
              <a:defRPr sz="2000"/>
            </a:pPr>
            <a:r>
              <a:t>• 选好基准点 x₀（易算的点）</a:t>
            </a:r>
          </a:p>
          <a:p>
            <a:pPr>
              <a:defRPr sz="2000"/>
            </a:pPr>
            <a:r>
              <a:t>• Δx = 目标 − x₀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常用近似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√(1+x) ≈ 1 + x/2</a:t>
            </a:r>
          </a:p>
          <a:p>
            <a:pPr>
              <a:defRPr sz="2000"/>
            </a:pPr>
            <a:r>
              <a:t>• eˣ ≈ 1 + x；ln(1+x) ≈ x</a:t>
            </a:r>
          </a:p>
          <a:p>
            <a:pPr>
              <a:defRPr sz="2000"/>
            </a:pPr>
            <a:r>
              <a:t>• sin x ≈ x；(1+x)ⁿ ≈ 1 + nx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例题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√9.1 ≈ 3.0167</a:t>
            </a:r>
          </a:p>
          <a:p>
            <a:pPr>
              <a:defRPr sz="2000"/>
            </a:pPr>
            <a:r>
              <a:t>• e^0.02 ≈ 1.02</a:t>
            </a:r>
          </a:p>
          <a:p>
            <a:pPr>
              <a:defRPr sz="2000"/>
            </a:pPr>
            <a:r>
              <a:t>• Δx 越小越准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