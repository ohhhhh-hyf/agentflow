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无穷小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以零为极限的函数</a:t>
            </a:r>
          </a:p>
          <a:p>
            <a:pPr/>
            <a:r>
              <a:t>零是唯一可作无穷小的常数</a:t>
            </a:r>
          </a:p>
          <a:p>
            <a:pPr/>
            <a:r>
              <a:t>有限个无穷小之和仍无穷小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无穷小性质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有限个乘积仍无穷小</a:t>
            </a:r>
          </a:p>
          <a:p>
            <a:pPr/>
            <a:r>
              <a:t>有界函数×无穷小=无穷小</a:t>
            </a:r>
          </a:p>
          <a:p>
            <a:pPr/>
            <a:r>
              <a:t>例：x·sin(1/x) →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无穷大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|f(x)| 无限增大</a:t>
            </a:r>
          </a:p>
          <a:p>
            <a:pPr/>
            <a:r>
              <a:t>记 lim f = ∞</a:t>
            </a:r>
          </a:p>
          <a:p>
            <a:pPr/>
            <a:r>
              <a:t>正无穷大与负无穷大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无穷大与无界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无穷大必无界</a:t>
            </a:r>
          </a:p>
          <a:p>
            <a:pPr/>
            <a:r>
              <a:t>无界不一定无穷大</a:t>
            </a:r>
          </a:p>
          <a:p>
            <a:pPr/>
            <a:r>
              <a:t>反例：x·sin 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两者关系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无穷大 ⇔ 倒数无穷小</a:t>
            </a:r>
          </a:p>
          <a:p>
            <a:pPr/>
            <a:r>
              <a:t>用于相互转化计算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