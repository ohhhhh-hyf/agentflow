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加减法则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(u ± v)' = u' ± v'</a:t>
            </a:r>
          </a:p>
          <a:p>
            <a:pPr>
              <a:defRPr sz="2000"/>
            </a:pPr>
            <a:r>
              <a:t>• 逐项求导，线性可加</a:t>
            </a:r>
          </a:p>
          <a:p>
            <a:pPr>
              <a:defRPr sz="2000"/>
            </a:pPr>
            <a:r>
              <a:t>• 例：(x³ − 2x² + 5)' = 3x² − 4x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乘积法则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(uv)' = u'v + uv'</a:t>
            </a:r>
          </a:p>
          <a:p>
            <a:pPr>
              <a:defRPr sz="2000"/>
            </a:pPr>
            <a:r>
              <a:t>• 口诀：前导后不导 + 前不导后导</a:t>
            </a:r>
          </a:p>
          <a:p>
            <a:pPr>
              <a:defRPr sz="2000"/>
            </a:pPr>
            <a:r>
              <a:t>• 例：(x²·sin x)' = 2x sin x + x² cos 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商法则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(u/v)' = (u'v − uv')/v²</a:t>
            </a:r>
          </a:p>
          <a:p>
            <a:pPr>
              <a:defRPr sz="2000"/>
            </a:pPr>
            <a:r>
              <a:t>• 分子：上导下不导 − 上不导下导</a:t>
            </a:r>
          </a:p>
          <a:p>
            <a:pPr>
              <a:defRPr sz="2000"/>
            </a:pPr>
            <a:r>
              <a:t>• 例：(tan x)' = sec²x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先化简再求导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能化简先化简：x²/x = x</a:t>
            </a:r>
          </a:p>
          <a:p>
            <a:pPr>
              <a:defRPr sz="2000"/>
            </a:pPr>
            <a:r>
              <a:t>• 判断结构：乘积用乘、分式用商</a:t>
            </a:r>
          </a:p>
          <a:p>
            <a:pPr>
              <a:defRPr sz="2000"/>
            </a:pPr>
            <a:r>
              <a:t>• 不要盲目套法则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三个法则覆盖四则组合</a:t>
            </a:r>
          </a:p>
          <a:p>
            <a:pPr>
              <a:defRPr sz="2000"/>
            </a:pPr>
            <a:r>
              <a:t>• 乘积符号是加、商分子是减</a:t>
            </a:r>
          </a:p>
          <a:p>
            <a:pPr>
              <a:defRPr sz="2000"/>
            </a:pPr>
            <a:r>
              <a:t>• 先化简、再选法则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