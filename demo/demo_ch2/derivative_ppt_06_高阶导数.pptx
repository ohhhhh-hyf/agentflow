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高阶导数的定义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f''(x)、f'''(x)、f^(n)(x)</a:t>
            </a:r>
          </a:p>
          <a:p>
            <a:pPr>
              <a:defRPr sz="2000"/>
            </a:pPr>
            <a:r>
              <a:t>• 二阶导 = 加速度 / 凹凸相关</a:t>
            </a:r>
          </a:p>
          <a:p>
            <a:pPr>
              <a:defRPr sz="2000"/>
            </a:pPr>
            <a:r>
              <a:t>• 逐阶求导即可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常见 n 阶导数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(eˣ)^(n) = eˣ</a:t>
            </a:r>
          </a:p>
          <a:p>
            <a:pPr>
              <a:defRPr sz="2000"/>
            </a:pPr>
            <a:r>
              <a:t>• (sin x)^(n) = sin(x + nπ/2)</a:t>
            </a:r>
          </a:p>
          <a:p>
            <a:pPr>
              <a:defRPr sz="2000"/>
            </a:pPr>
            <a:r>
              <a:t>• (ln(1+x))^(n) = (−1)^(n−1)(n−1)!/(1+x)ⁿ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莱布尼茨公式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(uv)^(n) = Σ C(n,k) u^(n−k) v^(k)</a:t>
            </a:r>
          </a:p>
          <a:p>
            <a:pPr>
              <a:defRPr sz="2000"/>
            </a:pPr>
            <a:r>
              <a:t>• 形式同二项式展开</a:t>
            </a:r>
          </a:p>
          <a:p>
            <a:pPr>
              <a:defRPr sz="2000"/>
            </a:pPr>
            <a:r>
              <a:t>• 适合一方为低次多项式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y = x²eˣ 的 20 阶导</a:t>
            </a:r>
          </a:p>
          <a:p>
            <a:pPr>
              <a:defRPr sz="2000"/>
            </a:pPr>
            <a:r>
              <a:t>• = eˣ(x² + 40x + 380)</a:t>
            </a:r>
          </a:p>
          <a:p>
            <a:pPr>
              <a:defRPr sz="2000"/>
            </a:pPr>
            <a:r>
              <a:t>• 组合数 C(n,k) 别漏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高阶导逐阶求或套公式</a:t>
            </a:r>
          </a:p>
          <a:p>
            <a:pPr>
              <a:defRPr sz="2000"/>
            </a:pPr>
            <a:r>
              <a:t>• 莱布尼茨用于乘积</a:t>
            </a:r>
          </a:p>
          <a:p>
            <a:pPr>
              <a:defRPr sz="2000"/>
            </a:pPr>
            <a:r>
              <a:t>• 幂函数超过阶数为 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