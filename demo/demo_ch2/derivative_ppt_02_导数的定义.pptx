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导数定义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f'(x₀) = lim(Δx→0) (f(x₀+Δx) − f(x₀))/Δx</a:t>
            </a:r>
          </a:p>
          <a:p>
            <a:pPr>
              <a:defRPr sz="2000"/>
            </a:pPr>
            <a:r>
              <a:t>• 等价：lim(x→x₀) (f(x) − f(x₀))/(x − x₀)</a:t>
            </a:r>
          </a:p>
          <a:p>
            <a:pPr>
              <a:defRPr sz="2000"/>
            </a:pPr>
            <a:r>
              <a:t>• 分母 Δx 是整体变量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左右导数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左导数 f'₋：Δx→0⁻</a:t>
            </a:r>
          </a:p>
          <a:p>
            <a:pPr>
              <a:defRPr sz="2000"/>
            </a:pPr>
            <a:r>
              <a:t>• 右导数 f'₊：Δx→0⁺</a:t>
            </a:r>
          </a:p>
          <a:p>
            <a:pPr>
              <a:defRPr sz="2000"/>
            </a:pPr>
            <a:r>
              <a:t>• 可导 ⇔ 左右导数存在且相等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可导与连续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可导 ⇒ 连续（Δy = (Δy/Δx)·Δx）</a:t>
            </a:r>
          </a:p>
          <a:p>
            <a:pPr>
              <a:defRPr sz="2000"/>
            </a:pPr>
            <a:r>
              <a:t>• 连续 ⇏ 可导（y=|x| 在 0 处）</a:t>
            </a:r>
          </a:p>
          <a:p>
            <a:pPr>
              <a:defRPr sz="2000"/>
            </a:pPr>
            <a:r>
              <a:t>• 尖点处无切线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基本导数公式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(xⁿ)' = nxⁿ⁻¹；(sin x)' = cos x</a:t>
            </a:r>
          </a:p>
          <a:p>
            <a:pPr>
              <a:defRPr sz="2000"/>
            </a:pPr>
            <a:r>
              <a:t>• (eˣ)' = eˣ；(ln x)' = 1/x</a:t>
            </a:r>
          </a:p>
          <a:p>
            <a:pPr>
              <a:defRPr sz="2000"/>
            </a:pPr>
            <a:r>
              <a:t>• 反三角：(arcsin x)' = 1/√(1−x²)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导数 = 瞬时变化率 = 切线斜率</a:t>
            </a:r>
          </a:p>
          <a:p>
            <a:pPr>
              <a:defRPr sz="2000"/>
            </a:pPr>
            <a:r>
              <a:t>• 定义求导步骤：写差商 → 化简 → 取极限</a:t>
            </a:r>
          </a:p>
          <a:p>
            <a:pPr>
              <a:defRPr sz="2000"/>
            </a:pPr>
            <a:r>
              <a:t>• 公式表必须背熟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