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微分的定义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Δy = A·Δx + o(Δx)</a:t>
            </a:r>
          </a:p>
          <a:p>
            <a:pPr>
              <a:defRPr sz="2000"/>
            </a:pPr>
            <a:r>
              <a:t>• A = f'(x₀)，dy = A·Δx</a:t>
            </a:r>
          </a:p>
          <a:p>
            <a:pPr>
              <a:defRPr sz="2000"/>
            </a:pPr>
            <a:r>
              <a:t>• 可微 ⇔ 可导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微分与增量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dy：切线纵坐标增量</a:t>
            </a:r>
          </a:p>
          <a:p>
            <a:pPr>
              <a:defRPr sz="2000"/>
            </a:pPr>
            <a:r>
              <a:t>• Δy：曲线纵坐标增量</a:t>
            </a:r>
          </a:p>
          <a:p>
            <a:pPr>
              <a:defRPr sz="2000"/>
            </a:pPr>
            <a:r>
              <a:t>• Δx 小时 dy ≈ Δy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几何意义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dy 沿切线，Δy 沿曲线</a:t>
            </a:r>
          </a:p>
          <a:p>
            <a:pPr>
              <a:defRPr sz="2000"/>
            </a:pPr>
            <a:r>
              <a:t>• 误差 o(Δx) 是更高阶无穷小</a:t>
            </a:r>
          </a:p>
          <a:p>
            <a:pPr>
              <a:defRPr sz="2000"/>
            </a:pPr>
            <a:r>
              <a:t>• 切线是曲线的局部近似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例题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y = x²，x=1，Δx=0.1</a:t>
            </a:r>
          </a:p>
          <a:p>
            <a:pPr>
              <a:defRPr sz="2000"/>
            </a:pPr>
            <a:r>
              <a:t>• dy = 0.2，Δy = 0.21</a:t>
            </a:r>
          </a:p>
          <a:p>
            <a:pPr>
              <a:defRPr sz="2000"/>
            </a:pPr>
            <a:r>
              <a:t>• 误差 0.01 很小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微分 = 导数 × dx</a:t>
            </a:r>
          </a:p>
          <a:p>
            <a:pPr>
              <a:defRPr sz="2000"/>
            </a:pPr>
            <a:r>
              <a:t>• dy ≈ Δy 用于近似</a:t>
            </a:r>
          </a:p>
          <a:p>
            <a:pPr>
              <a:defRPr sz="2000"/>
            </a:pPr>
            <a:r>
              <a:t>• 可微与可导等价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