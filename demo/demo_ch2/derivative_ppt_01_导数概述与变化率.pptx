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导数研究什么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函数在某点的变化快慢与方向</a:t>
            </a:r>
          </a:p>
          <a:p>
            <a:pPr>
              <a:defRPr sz="2000"/>
            </a:pPr>
            <a:r>
              <a:t>• 物理背景：瞬时速度 = 位移对时间的导数</a:t>
            </a:r>
          </a:p>
          <a:p>
            <a:pPr>
              <a:defRPr sz="2000"/>
            </a:pPr>
            <a:r>
              <a:t>• 几何背景：切线斜率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平均变化率 vs 瞬时变化率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平均：Δy/Δx（一段时间平均速度）</a:t>
            </a:r>
          </a:p>
          <a:p>
            <a:pPr>
              <a:defRPr sz="2000"/>
            </a:pPr>
            <a:r>
              <a:t>• 瞬时：Δx→0 时平均变化率的极限</a:t>
            </a:r>
          </a:p>
          <a:p>
            <a:pPr>
              <a:defRPr sz="2000"/>
            </a:pPr>
            <a:r>
              <a:t>• Δx 越小，近似越准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切线与割线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割线：两点的连线</a:t>
            </a:r>
          </a:p>
          <a:p>
            <a:pPr>
              <a:defRPr sz="2000"/>
            </a:pPr>
            <a:r>
              <a:t>• 切线：割线的极限位置</a:t>
            </a:r>
          </a:p>
          <a:p>
            <a:pPr>
              <a:defRPr sz="2000"/>
            </a:pPr>
            <a:r>
              <a:t>• 导数 = 切线斜率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本章框架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导数概念 → 求导法则 → 高阶导数 → 微分</a:t>
            </a:r>
          </a:p>
          <a:p>
            <a:pPr>
              <a:defRPr sz="2000"/>
            </a:pPr>
            <a:r>
              <a:t>• 法则：四则 / 复合 / 隐函数 / 参数方程 / 对数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导数刻画变化率</a:t>
            </a:r>
          </a:p>
          <a:p>
            <a:pPr>
              <a:defRPr sz="2000"/>
            </a:pPr>
            <a:r>
              <a:t>• 几何意义是切线斜率</a:t>
            </a:r>
          </a:p>
          <a:p>
            <a:pPr>
              <a:defRPr sz="2000"/>
            </a:pPr>
            <a:r>
              <a:t>• 可导必连续，连续不一定可导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