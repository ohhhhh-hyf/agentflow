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2" r:id="rId2"/>
  </p:sldMasterIdLst>
  <p:notesMasterIdLst>
    <p:notesMasterId r:id="rId38"/>
  </p:notesMasterIdLst>
  <p:sldIdLst>
    <p:sldId id="677" r:id="rId3"/>
    <p:sldId id="488" r:id="rId4"/>
    <p:sldId id="703" r:id="rId5"/>
    <p:sldId id="392" r:id="rId6"/>
    <p:sldId id="704" r:id="rId7"/>
    <p:sldId id="710" r:id="rId8"/>
    <p:sldId id="711" r:id="rId9"/>
    <p:sldId id="712" r:id="rId10"/>
    <p:sldId id="407" r:id="rId11"/>
    <p:sldId id="394" r:id="rId12"/>
    <p:sldId id="713" r:id="rId13"/>
    <p:sldId id="714" r:id="rId14"/>
    <p:sldId id="715" r:id="rId15"/>
    <p:sldId id="716" r:id="rId16"/>
    <p:sldId id="717" r:id="rId17"/>
    <p:sldId id="402" r:id="rId18"/>
    <p:sldId id="718" r:id="rId19"/>
    <p:sldId id="719" r:id="rId20"/>
    <p:sldId id="720" r:id="rId21"/>
    <p:sldId id="721" r:id="rId22"/>
    <p:sldId id="722" r:id="rId23"/>
    <p:sldId id="705" r:id="rId24"/>
    <p:sldId id="723" r:id="rId25"/>
    <p:sldId id="724" r:id="rId26"/>
    <p:sldId id="708" r:id="rId27"/>
    <p:sldId id="725" r:id="rId28"/>
    <p:sldId id="709" r:id="rId29"/>
    <p:sldId id="727" r:id="rId30"/>
    <p:sldId id="728" r:id="rId31"/>
    <p:sldId id="729" r:id="rId32"/>
    <p:sldId id="731" r:id="rId33"/>
    <p:sldId id="732" r:id="rId34"/>
    <p:sldId id="730" r:id="rId35"/>
    <p:sldId id="490" r:id="rId36"/>
    <p:sldId id="733" r:id="rId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368">
          <p15:clr>
            <a:srgbClr val="A4A3A4"/>
          </p15:clr>
        </p15:guide>
        <p15:guide id="2" pos="9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40C8"/>
    <a:srgbClr val="464646"/>
    <a:srgbClr val="DC5B3E"/>
    <a:srgbClr val="7088DB"/>
    <a:srgbClr val="CF5B1B"/>
    <a:srgbClr val="38425D"/>
    <a:srgbClr val="4472C4"/>
    <a:srgbClr val="DFF0F5"/>
    <a:srgbClr val="159470"/>
    <a:srgbClr val="1573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116" d="100"/>
          <a:sy n="116" d="100"/>
        </p:scale>
        <p:origin x="-390" y="-96"/>
      </p:cViewPr>
      <p:guideLst>
        <p:guide orient="horz" pos="368"/>
        <p:guide pos="98"/>
      </p:guideLst>
    </p:cSldViewPr>
  </p:slideViewPr>
  <p:notesTextViewPr>
    <p:cViewPr>
      <p:scale>
        <a:sx n="1" d="1"/>
        <a:sy n="1" d="1"/>
      </p:scale>
      <p:origin x="0" y="0"/>
    </p:cViewPr>
  </p:notesTextViewPr>
  <p:sorterViewPr>
    <p:cViewPr>
      <p:scale>
        <a:sx n="100" d="100"/>
        <a:sy n="100" d="100"/>
      </p:scale>
      <p:origin x="0" y="-991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image" Target="../media/image16.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image" Target="../media/image18.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image" Target="../media/image20.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image" Target="../media/image23.e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image" Target="../media/image25.e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emf"/><Relationship Id="rId1" Type="http://schemas.openxmlformats.org/officeDocument/2006/relationships/image" Target="../media/image27.e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image" Target="../media/image30.e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image" Target="../media/image33.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B3386-1164-4DE5-87D6-99DD641BC976}" type="datetimeFigureOut">
              <a:rPr lang="zh-CN" altLang="en-US" smtClean="0"/>
              <a:t>2025/7/21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DB411-4171-48A7-B819-B87F89F6C7EE}" type="slidenum">
              <a:rPr lang="zh-CN" altLang="en-US" smtClean="0"/>
              <a:t>‹#›</a:t>
            </a:fld>
            <a:endParaRPr lang="zh-CN" altLang="en-US"/>
          </a:p>
        </p:txBody>
      </p:sp>
    </p:spTree>
    <p:extLst>
      <p:ext uri="{BB962C8B-B14F-4D97-AF65-F5344CB8AC3E}">
        <p14:creationId xmlns:p14="http://schemas.microsoft.com/office/powerpoint/2010/main" val="12544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slide" Target="../slides/slide10.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slide" Target="../slides/slide10.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slide" Target="../slides/slide10.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slide" Target="../slides/slide10.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slide" Target="../slides/slide1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slide" Target="../slides/slide10.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slide" Target="../slides/slide10.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slide" Target="../slides/slide10.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slide" Target="../slides/slide10.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slide" Target="../slides/slide10.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slide" Target="../slides/slide10.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2" name="圆角矩形 1">
            <a:hlinkClick r:id="rId2" action="ppaction://hlinksldjump"/>
          </p:cNvPr>
          <p:cNvSpPr/>
          <p:nvPr userDrawn="1"/>
        </p:nvSpPr>
        <p:spPr>
          <a:xfrm>
            <a:off x="633412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考点一</a:t>
            </a:r>
            <a:endParaRPr lang="zh-CN" altLang="en-US" sz="1400">
              <a:ln>
                <a:solidFill>
                  <a:schemeClr val="bg1"/>
                </a:solidFill>
              </a:ln>
              <a:solidFill>
                <a:schemeClr val="bg1"/>
              </a:solidFill>
            </a:endParaRPr>
          </a:p>
        </p:txBody>
      </p:sp>
      <p:sp>
        <p:nvSpPr>
          <p:cNvPr id="3" name="圆角矩形 2">
            <a:hlinkClick r:id="rId3" action="ppaction://hlinksldjump"/>
          </p:cNvPr>
          <p:cNvSpPr/>
          <p:nvPr userDrawn="1"/>
        </p:nvSpPr>
        <p:spPr>
          <a:xfrm>
            <a:off x="744156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考点二</a:t>
            </a:r>
            <a:endParaRPr lang="zh-CN" altLang="en-US" sz="1400">
              <a:ln>
                <a:solidFill>
                  <a:schemeClr val="bg1"/>
                </a:solidFill>
              </a:ln>
              <a:solidFill>
                <a:schemeClr val="bg1"/>
              </a:solidFill>
            </a:endParaRPr>
          </a:p>
        </p:txBody>
      </p:sp>
      <p:sp>
        <p:nvSpPr>
          <p:cNvPr id="4" name="圆角矩形 3">
            <a:hlinkClick r:id="rId3" action="ppaction://hlinksldjump"/>
          </p:cNvPr>
          <p:cNvSpPr/>
          <p:nvPr userDrawn="1"/>
        </p:nvSpPr>
        <p:spPr>
          <a:xfrm>
            <a:off x="854900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考点三</a:t>
            </a:r>
            <a:endParaRPr lang="zh-CN" altLang="en-US" sz="1400">
              <a:ln>
                <a:solidFill>
                  <a:schemeClr val="bg1"/>
                </a:solidFill>
              </a:ln>
              <a:solidFill>
                <a:schemeClr val="bg1"/>
              </a:solidFill>
            </a:endParaRPr>
          </a:p>
        </p:txBody>
      </p:sp>
      <p:sp>
        <p:nvSpPr>
          <p:cNvPr id="5" name="圆角矩形 4">
            <a:hlinkClick r:id="" action="ppaction://noaction"/>
          </p:cNvPr>
          <p:cNvSpPr/>
          <p:nvPr userDrawn="1"/>
        </p:nvSpPr>
        <p:spPr>
          <a:xfrm>
            <a:off x="965644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考点四</a:t>
            </a:r>
            <a:endParaRPr lang="zh-CN" altLang="en-US" sz="1400">
              <a:ln>
                <a:solidFill>
                  <a:schemeClr val="bg1"/>
                </a:solidFill>
              </a:ln>
              <a:solidFill>
                <a:schemeClr val="bg1"/>
              </a:solidFill>
            </a:endParaRPr>
          </a:p>
        </p:txBody>
      </p:sp>
      <p:sp>
        <p:nvSpPr>
          <p:cNvPr id="6" name="圆角矩形 5">
            <a:hlinkClick r:id="" action="ppaction://noaction"/>
          </p:cNvPr>
          <p:cNvSpPr/>
          <p:nvPr userDrawn="1"/>
        </p:nvSpPr>
        <p:spPr>
          <a:xfrm>
            <a:off x="1076388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考点五</a:t>
            </a:r>
            <a:endParaRPr lang="zh-CN" altLang="en-US" sz="140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3_标题幻灯片">
    <p:spTree>
      <p:nvGrpSpPr>
        <p:cNvPr id="1" name=""/>
        <p:cNvGrpSpPr/>
        <p:nvPr/>
      </p:nvGrpSpPr>
      <p:grpSpPr>
        <a:xfrm>
          <a:off x="0" y="0"/>
          <a:ext cx="0" cy="0"/>
          <a:chOff x="0" y="0"/>
          <a:chExt cx="0" cy="0"/>
        </a:xfrm>
      </p:grpSpPr>
      <p:sp>
        <p:nvSpPr>
          <p:cNvPr id="10" name="矩形 9"/>
          <p:cNvSpPr/>
          <p:nvPr userDrawn="1"/>
        </p:nvSpPr>
        <p:spPr>
          <a:xfrm>
            <a:off x="0" y="5733256"/>
            <a:ext cx="12192000" cy="1124744"/>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
        <p:nvSpPr>
          <p:cNvPr id="4" name="圆角矩形 3">
            <a:hlinkClick r:id="rId2" action="ppaction://hlinksldjump"/>
          </p:cNvPr>
          <p:cNvSpPr/>
          <p:nvPr userDrawn="1"/>
        </p:nvSpPr>
        <p:spPr>
          <a:xfrm>
            <a:off x="633412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考点一</a:t>
            </a:r>
            <a:endParaRPr lang="zh-CN" altLang="en-US" sz="1400">
              <a:ln>
                <a:solidFill>
                  <a:schemeClr val="bg1"/>
                </a:solidFill>
              </a:ln>
              <a:solidFill>
                <a:schemeClr val="bg1"/>
              </a:solidFill>
            </a:endParaRPr>
          </a:p>
        </p:txBody>
      </p:sp>
      <p:sp>
        <p:nvSpPr>
          <p:cNvPr id="5" name="圆角矩形 4">
            <a:hlinkClick r:id="rId3" action="ppaction://hlinksldjump"/>
          </p:cNvPr>
          <p:cNvSpPr/>
          <p:nvPr userDrawn="1"/>
        </p:nvSpPr>
        <p:spPr>
          <a:xfrm>
            <a:off x="744156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考点二</a:t>
            </a:r>
            <a:endParaRPr lang="zh-CN" altLang="en-US" sz="1400">
              <a:ln>
                <a:solidFill>
                  <a:schemeClr val="bg1"/>
                </a:solidFill>
              </a:ln>
              <a:solidFill>
                <a:schemeClr val="bg1"/>
              </a:solidFill>
            </a:endParaRPr>
          </a:p>
        </p:txBody>
      </p:sp>
      <p:sp>
        <p:nvSpPr>
          <p:cNvPr id="6" name="圆角矩形 5">
            <a:hlinkClick r:id="rId3" action="ppaction://hlinksldjump"/>
          </p:cNvPr>
          <p:cNvSpPr/>
          <p:nvPr userDrawn="1"/>
        </p:nvSpPr>
        <p:spPr>
          <a:xfrm>
            <a:off x="854900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考点三</a:t>
            </a:r>
            <a:endParaRPr lang="zh-CN" altLang="en-US" sz="1400">
              <a:ln>
                <a:solidFill>
                  <a:schemeClr val="bg1"/>
                </a:solidFill>
              </a:ln>
              <a:solidFill>
                <a:schemeClr val="bg1"/>
              </a:solidFill>
            </a:endParaRPr>
          </a:p>
        </p:txBody>
      </p:sp>
      <p:sp>
        <p:nvSpPr>
          <p:cNvPr id="7" name="圆角矩形 6">
            <a:hlinkClick r:id="" action="ppaction://noaction"/>
          </p:cNvPr>
          <p:cNvSpPr/>
          <p:nvPr userDrawn="1"/>
        </p:nvSpPr>
        <p:spPr>
          <a:xfrm>
            <a:off x="965644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考点四</a:t>
            </a:r>
            <a:endParaRPr lang="zh-CN" altLang="en-US" sz="1400">
              <a:ln>
                <a:solidFill>
                  <a:schemeClr val="bg1"/>
                </a:solidFill>
              </a:ln>
              <a:solidFill>
                <a:schemeClr val="bg1"/>
              </a:solidFill>
            </a:endParaRPr>
          </a:p>
        </p:txBody>
      </p:sp>
      <p:sp>
        <p:nvSpPr>
          <p:cNvPr id="8" name="圆角矩形 7">
            <a:hlinkClick r:id="" action="ppaction://noaction"/>
          </p:cNvPr>
          <p:cNvSpPr/>
          <p:nvPr userDrawn="1"/>
        </p:nvSpPr>
        <p:spPr>
          <a:xfrm>
            <a:off x="1076388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考点五</a:t>
            </a:r>
            <a:endParaRPr lang="zh-CN" altLang="en-US" sz="140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11" name="矩形 10"/>
          <p:cNvSpPr/>
          <p:nvPr userDrawn="1"/>
        </p:nvSpPr>
        <p:spPr>
          <a:xfrm>
            <a:off x="0" y="5157192"/>
            <a:ext cx="12192000" cy="1700808"/>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
        <p:nvSpPr>
          <p:cNvPr id="4" name="圆角矩形 3">
            <a:hlinkClick r:id="rId2" action="ppaction://hlinksldjump"/>
          </p:cNvPr>
          <p:cNvSpPr/>
          <p:nvPr userDrawn="1"/>
        </p:nvSpPr>
        <p:spPr>
          <a:xfrm>
            <a:off x="633412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考点一</a:t>
            </a:r>
            <a:endParaRPr lang="zh-CN" altLang="en-US" sz="1400">
              <a:ln>
                <a:solidFill>
                  <a:schemeClr val="bg1"/>
                </a:solidFill>
              </a:ln>
              <a:solidFill>
                <a:schemeClr val="bg1"/>
              </a:solidFill>
            </a:endParaRPr>
          </a:p>
        </p:txBody>
      </p:sp>
      <p:sp>
        <p:nvSpPr>
          <p:cNvPr id="5" name="圆角矩形 4">
            <a:hlinkClick r:id="rId3" action="ppaction://hlinksldjump"/>
          </p:cNvPr>
          <p:cNvSpPr/>
          <p:nvPr userDrawn="1"/>
        </p:nvSpPr>
        <p:spPr>
          <a:xfrm>
            <a:off x="744156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考点二</a:t>
            </a:r>
            <a:endParaRPr lang="zh-CN" altLang="en-US" sz="1400">
              <a:ln>
                <a:solidFill>
                  <a:schemeClr val="bg1"/>
                </a:solidFill>
              </a:ln>
              <a:solidFill>
                <a:schemeClr val="bg1"/>
              </a:solidFill>
            </a:endParaRPr>
          </a:p>
        </p:txBody>
      </p:sp>
      <p:sp>
        <p:nvSpPr>
          <p:cNvPr id="6" name="圆角矩形 5">
            <a:hlinkClick r:id="rId3" action="ppaction://hlinksldjump"/>
          </p:cNvPr>
          <p:cNvSpPr/>
          <p:nvPr userDrawn="1"/>
        </p:nvSpPr>
        <p:spPr>
          <a:xfrm>
            <a:off x="854900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考点三</a:t>
            </a:r>
            <a:endParaRPr lang="zh-CN" altLang="en-US" sz="1400">
              <a:ln>
                <a:solidFill>
                  <a:schemeClr val="bg1"/>
                </a:solidFill>
              </a:ln>
              <a:solidFill>
                <a:schemeClr val="bg1"/>
              </a:solidFill>
            </a:endParaRPr>
          </a:p>
        </p:txBody>
      </p:sp>
      <p:sp>
        <p:nvSpPr>
          <p:cNvPr id="7" name="圆角矩形 6">
            <a:hlinkClick r:id="" action="ppaction://noaction"/>
          </p:cNvPr>
          <p:cNvSpPr/>
          <p:nvPr userDrawn="1"/>
        </p:nvSpPr>
        <p:spPr>
          <a:xfrm>
            <a:off x="965644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考点四</a:t>
            </a:r>
            <a:endParaRPr lang="zh-CN" altLang="en-US" sz="1400">
              <a:ln>
                <a:solidFill>
                  <a:schemeClr val="bg1"/>
                </a:solidFill>
              </a:ln>
              <a:solidFill>
                <a:schemeClr val="bg1"/>
              </a:solidFill>
            </a:endParaRPr>
          </a:p>
        </p:txBody>
      </p:sp>
      <p:sp>
        <p:nvSpPr>
          <p:cNvPr id="8" name="圆角矩形 7">
            <a:hlinkClick r:id="" action="ppaction://noaction"/>
          </p:cNvPr>
          <p:cNvSpPr/>
          <p:nvPr userDrawn="1"/>
        </p:nvSpPr>
        <p:spPr>
          <a:xfrm>
            <a:off x="1076388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考点五</a:t>
            </a:r>
            <a:endParaRPr lang="zh-CN" altLang="en-US" sz="140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2_标题幻灯片">
    <p:spTree>
      <p:nvGrpSpPr>
        <p:cNvPr id="1" name=""/>
        <p:cNvGrpSpPr/>
        <p:nvPr/>
      </p:nvGrpSpPr>
      <p:grpSpPr>
        <a:xfrm>
          <a:off x="0" y="0"/>
          <a:ext cx="0" cy="0"/>
          <a:chOff x="0" y="0"/>
          <a:chExt cx="0" cy="0"/>
        </a:xfrm>
      </p:grpSpPr>
      <p:sp>
        <p:nvSpPr>
          <p:cNvPr id="12" name="矩形 11"/>
          <p:cNvSpPr/>
          <p:nvPr userDrawn="1"/>
        </p:nvSpPr>
        <p:spPr>
          <a:xfrm>
            <a:off x="0" y="4615840"/>
            <a:ext cx="12192000" cy="2242160"/>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
        <p:nvSpPr>
          <p:cNvPr id="4" name="圆角矩形 3">
            <a:hlinkClick r:id="rId2" action="ppaction://hlinksldjump"/>
          </p:cNvPr>
          <p:cNvSpPr/>
          <p:nvPr userDrawn="1"/>
        </p:nvSpPr>
        <p:spPr>
          <a:xfrm>
            <a:off x="633412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考点一</a:t>
            </a:r>
            <a:endParaRPr lang="zh-CN" altLang="en-US" sz="1400">
              <a:ln>
                <a:solidFill>
                  <a:schemeClr val="bg1"/>
                </a:solidFill>
              </a:ln>
              <a:solidFill>
                <a:schemeClr val="bg1"/>
              </a:solidFill>
            </a:endParaRPr>
          </a:p>
        </p:txBody>
      </p:sp>
      <p:sp>
        <p:nvSpPr>
          <p:cNvPr id="5" name="圆角矩形 4">
            <a:hlinkClick r:id="rId3" action="ppaction://hlinksldjump"/>
          </p:cNvPr>
          <p:cNvSpPr/>
          <p:nvPr userDrawn="1"/>
        </p:nvSpPr>
        <p:spPr>
          <a:xfrm>
            <a:off x="744156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考点二</a:t>
            </a:r>
            <a:endParaRPr lang="zh-CN" altLang="en-US" sz="1400">
              <a:ln>
                <a:solidFill>
                  <a:schemeClr val="bg1"/>
                </a:solidFill>
              </a:ln>
              <a:solidFill>
                <a:schemeClr val="bg1"/>
              </a:solidFill>
            </a:endParaRPr>
          </a:p>
        </p:txBody>
      </p:sp>
      <p:sp>
        <p:nvSpPr>
          <p:cNvPr id="6" name="圆角矩形 5">
            <a:hlinkClick r:id="rId3" action="ppaction://hlinksldjump"/>
          </p:cNvPr>
          <p:cNvSpPr/>
          <p:nvPr userDrawn="1"/>
        </p:nvSpPr>
        <p:spPr>
          <a:xfrm>
            <a:off x="854900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考点三</a:t>
            </a:r>
            <a:endParaRPr lang="zh-CN" altLang="en-US" sz="1400">
              <a:ln>
                <a:solidFill>
                  <a:schemeClr val="bg1"/>
                </a:solidFill>
              </a:ln>
              <a:solidFill>
                <a:schemeClr val="bg1"/>
              </a:solidFill>
            </a:endParaRPr>
          </a:p>
        </p:txBody>
      </p:sp>
      <p:sp>
        <p:nvSpPr>
          <p:cNvPr id="7" name="圆角矩形 6">
            <a:hlinkClick r:id="" action="ppaction://noaction"/>
          </p:cNvPr>
          <p:cNvSpPr/>
          <p:nvPr userDrawn="1"/>
        </p:nvSpPr>
        <p:spPr>
          <a:xfrm>
            <a:off x="965644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考点四</a:t>
            </a:r>
            <a:endParaRPr lang="zh-CN" altLang="en-US" sz="1400">
              <a:ln>
                <a:solidFill>
                  <a:schemeClr val="bg1"/>
                </a:solidFill>
              </a:ln>
              <a:solidFill>
                <a:schemeClr val="bg1"/>
              </a:solidFill>
            </a:endParaRPr>
          </a:p>
        </p:txBody>
      </p:sp>
      <p:sp>
        <p:nvSpPr>
          <p:cNvPr id="8" name="圆角矩形 7">
            <a:hlinkClick r:id="" action="ppaction://noaction"/>
          </p:cNvPr>
          <p:cNvSpPr/>
          <p:nvPr userDrawn="1"/>
        </p:nvSpPr>
        <p:spPr>
          <a:xfrm>
            <a:off x="1076388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考点五</a:t>
            </a:r>
            <a:endParaRPr lang="zh-CN" altLang="en-US" sz="140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7_标题幻灯片">
    <p:spTree>
      <p:nvGrpSpPr>
        <p:cNvPr id="1" name=""/>
        <p:cNvGrpSpPr/>
        <p:nvPr/>
      </p:nvGrpSpPr>
      <p:grpSpPr>
        <a:xfrm>
          <a:off x="0" y="0"/>
          <a:ext cx="0" cy="0"/>
          <a:chOff x="0" y="0"/>
          <a:chExt cx="0" cy="0"/>
        </a:xfrm>
      </p:grpSpPr>
      <p:sp>
        <p:nvSpPr>
          <p:cNvPr id="12" name="矩形 11"/>
          <p:cNvSpPr/>
          <p:nvPr userDrawn="1"/>
        </p:nvSpPr>
        <p:spPr>
          <a:xfrm>
            <a:off x="0" y="4057902"/>
            <a:ext cx="12192000" cy="2800097"/>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
        <p:nvSpPr>
          <p:cNvPr id="4" name="圆角矩形 3">
            <a:hlinkClick r:id="rId2" action="ppaction://hlinksldjump"/>
          </p:cNvPr>
          <p:cNvSpPr/>
          <p:nvPr userDrawn="1"/>
        </p:nvSpPr>
        <p:spPr>
          <a:xfrm>
            <a:off x="633412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考点一</a:t>
            </a:r>
            <a:endParaRPr lang="zh-CN" altLang="en-US" sz="1400">
              <a:ln>
                <a:solidFill>
                  <a:schemeClr val="bg1"/>
                </a:solidFill>
              </a:ln>
              <a:solidFill>
                <a:schemeClr val="bg1"/>
              </a:solidFill>
            </a:endParaRPr>
          </a:p>
        </p:txBody>
      </p:sp>
      <p:sp>
        <p:nvSpPr>
          <p:cNvPr id="5" name="圆角矩形 4">
            <a:hlinkClick r:id="rId3" action="ppaction://hlinksldjump"/>
          </p:cNvPr>
          <p:cNvSpPr/>
          <p:nvPr userDrawn="1"/>
        </p:nvSpPr>
        <p:spPr>
          <a:xfrm>
            <a:off x="744156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考点二</a:t>
            </a:r>
            <a:endParaRPr lang="zh-CN" altLang="en-US" sz="1400">
              <a:ln>
                <a:solidFill>
                  <a:schemeClr val="bg1"/>
                </a:solidFill>
              </a:ln>
              <a:solidFill>
                <a:schemeClr val="bg1"/>
              </a:solidFill>
            </a:endParaRPr>
          </a:p>
        </p:txBody>
      </p:sp>
      <p:sp>
        <p:nvSpPr>
          <p:cNvPr id="6" name="圆角矩形 5">
            <a:hlinkClick r:id="rId3" action="ppaction://hlinksldjump"/>
          </p:cNvPr>
          <p:cNvSpPr/>
          <p:nvPr userDrawn="1"/>
        </p:nvSpPr>
        <p:spPr>
          <a:xfrm>
            <a:off x="854900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考点三</a:t>
            </a:r>
            <a:endParaRPr lang="zh-CN" altLang="en-US" sz="1400">
              <a:ln>
                <a:solidFill>
                  <a:schemeClr val="bg1"/>
                </a:solidFill>
              </a:ln>
              <a:solidFill>
                <a:schemeClr val="bg1"/>
              </a:solidFill>
            </a:endParaRPr>
          </a:p>
        </p:txBody>
      </p:sp>
      <p:sp>
        <p:nvSpPr>
          <p:cNvPr id="7" name="圆角矩形 6">
            <a:hlinkClick r:id="" action="ppaction://noaction"/>
          </p:cNvPr>
          <p:cNvSpPr/>
          <p:nvPr userDrawn="1"/>
        </p:nvSpPr>
        <p:spPr>
          <a:xfrm>
            <a:off x="965644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考点四</a:t>
            </a:r>
            <a:endParaRPr lang="zh-CN" altLang="en-US" sz="1400">
              <a:ln>
                <a:solidFill>
                  <a:schemeClr val="bg1"/>
                </a:solidFill>
              </a:ln>
              <a:solidFill>
                <a:schemeClr val="bg1"/>
              </a:solidFill>
            </a:endParaRPr>
          </a:p>
        </p:txBody>
      </p:sp>
      <p:sp>
        <p:nvSpPr>
          <p:cNvPr id="8" name="圆角矩形 7">
            <a:hlinkClick r:id="" action="ppaction://noaction"/>
          </p:cNvPr>
          <p:cNvSpPr/>
          <p:nvPr userDrawn="1"/>
        </p:nvSpPr>
        <p:spPr>
          <a:xfrm>
            <a:off x="1076388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考点五</a:t>
            </a:r>
            <a:endParaRPr lang="zh-CN" altLang="en-US" sz="140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4_标题幻灯片">
    <p:spTree>
      <p:nvGrpSpPr>
        <p:cNvPr id="1" name=""/>
        <p:cNvGrpSpPr/>
        <p:nvPr/>
      </p:nvGrpSpPr>
      <p:grpSpPr>
        <a:xfrm>
          <a:off x="0" y="0"/>
          <a:ext cx="0" cy="0"/>
          <a:chOff x="0" y="0"/>
          <a:chExt cx="0" cy="0"/>
        </a:xfrm>
      </p:grpSpPr>
      <p:sp>
        <p:nvSpPr>
          <p:cNvPr id="11" name="矩形 10"/>
          <p:cNvSpPr/>
          <p:nvPr userDrawn="1"/>
        </p:nvSpPr>
        <p:spPr>
          <a:xfrm>
            <a:off x="0" y="3505783"/>
            <a:ext cx="12192000" cy="3352216"/>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
        <p:nvSpPr>
          <p:cNvPr id="4" name="圆角矩形 3">
            <a:hlinkClick r:id="rId2" action="ppaction://hlinksldjump"/>
          </p:cNvPr>
          <p:cNvSpPr/>
          <p:nvPr userDrawn="1"/>
        </p:nvSpPr>
        <p:spPr>
          <a:xfrm>
            <a:off x="633412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考点一</a:t>
            </a:r>
            <a:endParaRPr lang="zh-CN" altLang="en-US" sz="1400">
              <a:ln>
                <a:solidFill>
                  <a:schemeClr val="bg1"/>
                </a:solidFill>
              </a:ln>
              <a:solidFill>
                <a:schemeClr val="bg1"/>
              </a:solidFill>
            </a:endParaRPr>
          </a:p>
        </p:txBody>
      </p:sp>
      <p:sp>
        <p:nvSpPr>
          <p:cNvPr id="5" name="圆角矩形 4">
            <a:hlinkClick r:id="rId3" action="ppaction://hlinksldjump"/>
          </p:cNvPr>
          <p:cNvSpPr/>
          <p:nvPr userDrawn="1"/>
        </p:nvSpPr>
        <p:spPr>
          <a:xfrm>
            <a:off x="744156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考点二</a:t>
            </a:r>
            <a:endParaRPr lang="zh-CN" altLang="en-US" sz="1400">
              <a:ln>
                <a:solidFill>
                  <a:schemeClr val="bg1"/>
                </a:solidFill>
              </a:ln>
              <a:solidFill>
                <a:schemeClr val="bg1"/>
              </a:solidFill>
            </a:endParaRPr>
          </a:p>
        </p:txBody>
      </p:sp>
      <p:sp>
        <p:nvSpPr>
          <p:cNvPr id="6" name="圆角矩形 5">
            <a:hlinkClick r:id="rId3" action="ppaction://hlinksldjump"/>
          </p:cNvPr>
          <p:cNvSpPr/>
          <p:nvPr userDrawn="1"/>
        </p:nvSpPr>
        <p:spPr>
          <a:xfrm>
            <a:off x="854900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考点三</a:t>
            </a:r>
            <a:endParaRPr lang="zh-CN" altLang="en-US" sz="1400">
              <a:ln>
                <a:solidFill>
                  <a:schemeClr val="bg1"/>
                </a:solidFill>
              </a:ln>
              <a:solidFill>
                <a:schemeClr val="bg1"/>
              </a:solidFill>
            </a:endParaRPr>
          </a:p>
        </p:txBody>
      </p:sp>
      <p:sp>
        <p:nvSpPr>
          <p:cNvPr id="7" name="圆角矩形 6">
            <a:hlinkClick r:id="" action="ppaction://noaction"/>
          </p:cNvPr>
          <p:cNvSpPr/>
          <p:nvPr userDrawn="1"/>
        </p:nvSpPr>
        <p:spPr>
          <a:xfrm>
            <a:off x="965644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考点四</a:t>
            </a:r>
            <a:endParaRPr lang="zh-CN" altLang="en-US" sz="1400">
              <a:ln>
                <a:solidFill>
                  <a:schemeClr val="bg1"/>
                </a:solidFill>
              </a:ln>
              <a:solidFill>
                <a:schemeClr val="bg1"/>
              </a:solidFill>
            </a:endParaRPr>
          </a:p>
        </p:txBody>
      </p:sp>
      <p:sp>
        <p:nvSpPr>
          <p:cNvPr id="8" name="圆角矩形 7">
            <a:hlinkClick r:id="" action="ppaction://noaction"/>
          </p:cNvPr>
          <p:cNvSpPr/>
          <p:nvPr userDrawn="1"/>
        </p:nvSpPr>
        <p:spPr>
          <a:xfrm>
            <a:off x="1076388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考点五</a:t>
            </a:r>
            <a:endParaRPr lang="zh-CN" altLang="en-US" sz="140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8_标题幻灯片">
    <p:spTree>
      <p:nvGrpSpPr>
        <p:cNvPr id="1" name=""/>
        <p:cNvGrpSpPr/>
        <p:nvPr/>
      </p:nvGrpSpPr>
      <p:grpSpPr>
        <a:xfrm>
          <a:off x="0" y="0"/>
          <a:ext cx="0" cy="0"/>
          <a:chOff x="0" y="0"/>
          <a:chExt cx="0" cy="0"/>
        </a:xfrm>
      </p:grpSpPr>
      <p:sp>
        <p:nvSpPr>
          <p:cNvPr id="13" name="矩形 12"/>
          <p:cNvSpPr/>
          <p:nvPr userDrawn="1"/>
        </p:nvSpPr>
        <p:spPr>
          <a:xfrm>
            <a:off x="0" y="2953922"/>
            <a:ext cx="12192000" cy="3904078"/>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
        <p:nvSpPr>
          <p:cNvPr id="4" name="圆角矩形 3">
            <a:hlinkClick r:id="rId2" action="ppaction://hlinksldjump"/>
          </p:cNvPr>
          <p:cNvSpPr/>
          <p:nvPr userDrawn="1"/>
        </p:nvSpPr>
        <p:spPr>
          <a:xfrm>
            <a:off x="633412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考点一</a:t>
            </a:r>
            <a:endParaRPr lang="zh-CN" altLang="en-US" sz="1400">
              <a:ln>
                <a:solidFill>
                  <a:schemeClr val="bg1"/>
                </a:solidFill>
              </a:ln>
              <a:solidFill>
                <a:schemeClr val="bg1"/>
              </a:solidFill>
            </a:endParaRPr>
          </a:p>
        </p:txBody>
      </p:sp>
      <p:sp>
        <p:nvSpPr>
          <p:cNvPr id="5" name="圆角矩形 4">
            <a:hlinkClick r:id="rId3" action="ppaction://hlinksldjump"/>
          </p:cNvPr>
          <p:cNvSpPr/>
          <p:nvPr userDrawn="1"/>
        </p:nvSpPr>
        <p:spPr>
          <a:xfrm>
            <a:off x="744156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考点二</a:t>
            </a:r>
            <a:endParaRPr lang="zh-CN" altLang="en-US" sz="1400">
              <a:ln>
                <a:solidFill>
                  <a:schemeClr val="bg1"/>
                </a:solidFill>
              </a:ln>
              <a:solidFill>
                <a:schemeClr val="bg1"/>
              </a:solidFill>
            </a:endParaRPr>
          </a:p>
        </p:txBody>
      </p:sp>
      <p:sp>
        <p:nvSpPr>
          <p:cNvPr id="6" name="圆角矩形 5">
            <a:hlinkClick r:id="rId3" action="ppaction://hlinksldjump"/>
          </p:cNvPr>
          <p:cNvSpPr/>
          <p:nvPr userDrawn="1"/>
        </p:nvSpPr>
        <p:spPr>
          <a:xfrm>
            <a:off x="854900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考点三</a:t>
            </a:r>
            <a:endParaRPr lang="zh-CN" altLang="en-US" sz="1400">
              <a:ln>
                <a:solidFill>
                  <a:schemeClr val="bg1"/>
                </a:solidFill>
              </a:ln>
              <a:solidFill>
                <a:schemeClr val="bg1"/>
              </a:solidFill>
            </a:endParaRPr>
          </a:p>
        </p:txBody>
      </p:sp>
      <p:sp>
        <p:nvSpPr>
          <p:cNvPr id="7" name="圆角矩形 6">
            <a:hlinkClick r:id="" action="ppaction://noaction"/>
          </p:cNvPr>
          <p:cNvSpPr/>
          <p:nvPr userDrawn="1"/>
        </p:nvSpPr>
        <p:spPr>
          <a:xfrm>
            <a:off x="965644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考点四</a:t>
            </a:r>
            <a:endParaRPr lang="zh-CN" altLang="en-US" sz="1400">
              <a:ln>
                <a:solidFill>
                  <a:schemeClr val="bg1"/>
                </a:solidFill>
              </a:ln>
              <a:solidFill>
                <a:schemeClr val="bg1"/>
              </a:solidFill>
            </a:endParaRPr>
          </a:p>
        </p:txBody>
      </p:sp>
      <p:sp>
        <p:nvSpPr>
          <p:cNvPr id="8" name="圆角矩形 7">
            <a:hlinkClick r:id="" action="ppaction://noaction"/>
          </p:cNvPr>
          <p:cNvSpPr/>
          <p:nvPr userDrawn="1"/>
        </p:nvSpPr>
        <p:spPr>
          <a:xfrm>
            <a:off x="1076388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考点五</a:t>
            </a:r>
            <a:endParaRPr lang="zh-CN" altLang="en-US" sz="140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5_标题幻灯片">
    <p:spTree>
      <p:nvGrpSpPr>
        <p:cNvPr id="1" name=""/>
        <p:cNvGrpSpPr/>
        <p:nvPr/>
      </p:nvGrpSpPr>
      <p:grpSpPr>
        <a:xfrm>
          <a:off x="0" y="0"/>
          <a:ext cx="0" cy="0"/>
          <a:chOff x="0" y="0"/>
          <a:chExt cx="0" cy="0"/>
        </a:xfrm>
      </p:grpSpPr>
      <p:sp>
        <p:nvSpPr>
          <p:cNvPr id="12" name="矩形 11"/>
          <p:cNvSpPr/>
          <p:nvPr userDrawn="1"/>
        </p:nvSpPr>
        <p:spPr>
          <a:xfrm>
            <a:off x="0" y="2413194"/>
            <a:ext cx="12192000" cy="4444806"/>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
        <p:nvSpPr>
          <p:cNvPr id="4" name="圆角矩形 3">
            <a:hlinkClick r:id="rId2" action="ppaction://hlinksldjump"/>
          </p:cNvPr>
          <p:cNvSpPr/>
          <p:nvPr userDrawn="1"/>
        </p:nvSpPr>
        <p:spPr>
          <a:xfrm>
            <a:off x="633412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考点一</a:t>
            </a:r>
            <a:endParaRPr lang="zh-CN" altLang="en-US" sz="1400">
              <a:ln>
                <a:solidFill>
                  <a:schemeClr val="bg1"/>
                </a:solidFill>
              </a:ln>
              <a:solidFill>
                <a:schemeClr val="bg1"/>
              </a:solidFill>
            </a:endParaRPr>
          </a:p>
        </p:txBody>
      </p:sp>
      <p:sp>
        <p:nvSpPr>
          <p:cNvPr id="5" name="圆角矩形 4">
            <a:hlinkClick r:id="rId3" action="ppaction://hlinksldjump"/>
          </p:cNvPr>
          <p:cNvSpPr/>
          <p:nvPr userDrawn="1"/>
        </p:nvSpPr>
        <p:spPr>
          <a:xfrm>
            <a:off x="744156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考点二</a:t>
            </a:r>
            <a:endParaRPr lang="zh-CN" altLang="en-US" sz="1400">
              <a:ln>
                <a:solidFill>
                  <a:schemeClr val="bg1"/>
                </a:solidFill>
              </a:ln>
              <a:solidFill>
                <a:schemeClr val="bg1"/>
              </a:solidFill>
            </a:endParaRPr>
          </a:p>
        </p:txBody>
      </p:sp>
      <p:sp>
        <p:nvSpPr>
          <p:cNvPr id="6" name="圆角矩形 5">
            <a:hlinkClick r:id="rId3" action="ppaction://hlinksldjump"/>
          </p:cNvPr>
          <p:cNvSpPr/>
          <p:nvPr userDrawn="1"/>
        </p:nvSpPr>
        <p:spPr>
          <a:xfrm>
            <a:off x="854900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考点三</a:t>
            </a:r>
            <a:endParaRPr lang="zh-CN" altLang="en-US" sz="1400">
              <a:ln>
                <a:solidFill>
                  <a:schemeClr val="bg1"/>
                </a:solidFill>
              </a:ln>
              <a:solidFill>
                <a:schemeClr val="bg1"/>
              </a:solidFill>
            </a:endParaRPr>
          </a:p>
        </p:txBody>
      </p:sp>
      <p:sp>
        <p:nvSpPr>
          <p:cNvPr id="7" name="圆角矩形 6">
            <a:hlinkClick r:id="" action="ppaction://noaction"/>
          </p:cNvPr>
          <p:cNvSpPr/>
          <p:nvPr userDrawn="1"/>
        </p:nvSpPr>
        <p:spPr>
          <a:xfrm>
            <a:off x="965644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考点四</a:t>
            </a:r>
            <a:endParaRPr lang="zh-CN" altLang="en-US" sz="1400">
              <a:ln>
                <a:solidFill>
                  <a:schemeClr val="bg1"/>
                </a:solidFill>
              </a:ln>
              <a:solidFill>
                <a:schemeClr val="bg1"/>
              </a:solidFill>
            </a:endParaRPr>
          </a:p>
        </p:txBody>
      </p:sp>
      <p:sp>
        <p:nvSpPr>
          <p:cNvPr id="8" name="圆角矩形 7">
            <a:hlinkClick r:id="" action="ppaction://noaction"/>
          </p:cNvPr>
          <p:cNvSpPr/>
          <p:nvPr userDrawn="1"/>
        </p:nvSpPr>
        <p:spPr>
          <a:xfrm>
            <a:off x="1076388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考点五</a:t>
            </a:r>
            <a:endParaRPr lang="zh-CN" altLang="en-US" sz="140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10" name="矩形 9"/>
          <p:cNvSpPr/>
          <p:nvPr userDrawn="1"/>
        </p:nvSpPr>
        <p:spPr>
          <a:xfrm>
            <a:off x="0" y="1874469"/>
            <a:ext cx="12192000" cy="4983529"/>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
        <p:nvSpPr>
          <p:cNvPr id="3" name="圆角矩形 2">
            <a:hlinkClick r:id="rId2" action="ppaction://hlinksldjump"/>
          </p:cNvPr>
          <p:cNvSpPr/>
          <p:nvPr userDrawn="1"/>
        </p:nvSpPr>
        <p:spPr>
          <a:xfrm>
            <a:off x="633412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考点一</a:t>
            </a:r>
            <a:endParaRPr lang="zh-CN" altLang="en-US" sz="1400">
              <a:ln>
                <a:solidFill>
                  <a:schemeClr val="bg1"/>
                </a:solidFill>
              </a:ln>
              <a:solidFill>
                <a:schemeClr val="bg1"/>
              </a:solidFill>
            </a:endParaRPr>
          </a:p>
        </p:txBody>
      </p:sp>
      <p:sp>
        <p:nvSpPr>
          <p:cNvPr id="4" name="圆角矩形 3">
            <a:hlinkClick r:id="rId3" action="ppaction://hlinksldjump"/>
          </p:cNvPr>
          <p:cNvSpPr/>
          <p:nvPr userDrawn="1"/>
        </p:nvSpPr>
        <p:spPr>
          <a:xfrm>
            <a:off x="744156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考点二</a:t>
            </a:r>
            <a:endParaRPr lang="zh-CN" altLang="en-US" sz="1400">
              <a:ln>
                <a:solidFill>
                  <a:schemeClr val="bg1"/>
                </a:solidFill>
              </a:ln>
              <a:solidFill>
                <a:schemeClr val="bg1"/>
              </a:solidFill>
            </a:endParaRPr>
          </a:p>
        </p:txBody>
      </p:sp>
      <p:sp>
        <p:nvSpPr>
          <p:cNvPr id="5" name="圆角矩形 4">
            <a:hlinkClick r:id="rId3" action="ppaction://hlinksldjump"/>
          </p:cNvPr>
          <p:cNvSpPr/>
          <p:nvPr userDrawn="1"/>
        </p:nvSpPr>
        <p:spPr>
          <a:xfrm>
            <a:off x="854900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考点三</a:t>
            </a:r>
            <a:endParaRPr lang="zh-CN" altLang="en-US" sz="1400">
              <a:ln>
                <a:solidFill>
                  <a:schemeClr val="bg1"/>
                </a:solidFill>
              </a:ln>
              <a:solidFill>
                <a:schemeClr val="bg1"/>
              </a:solidFill>
            </a:endParaRPr>
          </a:p>
        </p:txBody>
      </p:sp>
      <p:sp>
        <p:nvSpPr>
          <p:cNvPr id="6" name="圆角矩形 5">
            <a:hlinkClick r:id="" action="ppaction://noaction"/>
          </p:cNvPr>
          <p:cNvSpPr/>
          <p:nvPr userDrawn="1"/>
        </p:nvSpPr>
        <p:spPr>
          <a:xfrm>
            <a:off x="965644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考点四</a:t>
            </a:r>
            <a:endParaRPr lang="zh-CN" altLang="en-US" sz="1400">
              <a:ln>
                <a:solidFill>
                  <a:schemeClr val="bg1"/>
                </a:solidFill>
              </a:ln>
              <a:solidFill>
                <a:schemeClr val="bg1"/>
              </a:solidFill>
            </a:endParaRPr>
          </a:p>
        </p:txBody>
      </p:sp>
      <p:sp>
        <p:nvSpPr>
          <p:cNvPr id="7" name="圆角矩形 6">
            <a:hlinkClick r:id="" action="ppaction://noaction"/>
          </p:cNvPr>
          <p:cNvSpPr/>
          <p:nvPr userDrawn="1"/>
        </p:nvSpPr>
        <p:spPr>
          <a:xfrm>
            <a:off x="1076388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考点五</a:t>
            </a:r>
            <a:endParaRPr lang="zh-CN" altLang="en-US" sz="140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9" name="矩形 8"/>
          <p:cNvSpPr/>
          <p:nvPr userDrawn="1"/>
        </p:nvSpPr>
        <p:spPr>
          <a:xfrm>
            <a:off x="0" y="1287169"/>
            <a:ext cx="12192000" cy="5570829"/>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
        <p:nvSpPr>
          <p:cNvPr id="3" name="圆角矩形 2">
            <a:hlinkClick r:id="rId2" action="ppaction://hlinksldjump"/>
          </p:cNvPr>
          <p:cNvSpPr/>
          <p:nvPr userDrawn="1"/>
        </p:nvSpPr>
        <p:spPr>
          <a:xfrm>
            <a:off x="633412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考点一</a:t>
            </a:r>
            <a:endParaRPr lang="zh-CN" altLang="en-US" sz="1400">
              <a:ln>
                <a:solidFill>
                  <a:schemeClr val="bg1"/>
                </a:solidFill>
              </a:ln>
              <a:solidFill>
                <a:schemeClr val="bg1"/>
              </a:solidFill>
            </a:endParaRPr>
          </a:p>
        </p:txBody>
      </p:sp>
      <p:sp>
        <p:nvSpPr>
          <p:cNvPr id="4" name="圆角矩形 3">
            <a:hlinkClick r:id="rId3" action="ppaction://hlinksldjump"/>
          </p:cNvPr>
          <p:cNvSpPr/>
          <p:nvPr userDrawn="1"/>
        </p:nvSpPr>
        <p:spPr>
          <a:xfrm>
            <a:off x="744156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考点二</a:t>
            </a:r>
            <a:endParaRPr lang="zh-CN" altLang="en-US" sz="1400">
              <a:ln>
                <a:solidFill>
                  <a:schemeClr val="bg1"/>
                </a:solidFill>
              </a:ln>
              <a:solidFill>
                <a:schemeClr val="bg1"/>
              </a:solidFill>
            </a:endParaRPr>
          </a:p>
        </p:txBody>
      </p:sp>
      <p:sp>
        <p:nvSpPr>
          <p:cNvPr id="5" name="圆角矩形 4">
            <a:hlinkClick r:id="rId3" action="ppaction://hlinksldjump"/>
          </p:cNvPr>
          <p:cNvSpPr/>
          <p:nvPr userDrawn="1"/>
        </p:nvSpPr>
        <p:spPr>
          <a:xfrm>
            <a:off x="854900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考点三</a:t>
            </a:r>
            <a:endParaRPr lang="zh-CN" altLang="en-US" sz="1400">
              <a:ln>
                <a:solidFill>
                  <a:schemeClr val="bg1"/>
                </a:solidFill>
              </a:ln>
              <a:solidFill>
                <a:schemeClr val="bg1"/>
              </a:solidFill>
            </a:endParaRPr>
          </a:p>
        </p:txBody>
      </p:sp>
      <p:sp>
        <p:nvSpPr>
          <p:cNvPr id="6" name="圆角矩形 5">
            <a:hlinkClick r:id="" action="ppaction://noaction"/>
          </p:cNvPr>
          <p:cNvSpPr/>
          <p:nvPr userDrawn="1"/>
        </p:nvSpPr>
        <p:spPr>
          <a:xfrm>
            <a:off x="965644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考点四</a:t>
            </a:r>
            <a:endParaRPr lang="zh-CN" altLang="en-US" sz="1400">
              <a:ln>
                <a:solidFill>
                  <a:schemeClr val="bg1"/>
                </a:solidFill>
              </a:ln>
              <a:solidFill>
                <a:schemeClr val="bg1"/>
              </a:solidFill>
            </a:endParaRPr>
          </a:p>
        </p:txBody>
      </p:sp>
      <p:sp>
        <p:nvSpPr>
          <p:cNvPr id="7" name="圆角矩形 6">
            <a:hlinkClick r:id="" action="ppaction://noaction"/>
          </p:cNvPr>
          <p:cNvSpPr/>
          <p:nvPr userDrawn="1"/>
        </p:nvSpPr>
        <p:spPr>
          <a:xfrm>
            <a:off x="1076388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考点五</a:t>
            </a:r>
            <a:endParaRPr lang="zh-CN" altLang="en-US" sz="140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a:hlinkClick r:id="rId2" action="ppaction://hlinksldjump"/>
          </p:cNvPr>
          <p:cNvSpPr/>
          <p:nvPr userDrawn="1"/>
        </p:nvSpPr>
        <p:spPr>
          <a:xfrm>
            <a:off x="633412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考点一</a:t>
            </a:r>
            <a:endParaRPr lang="zh-CN" altLang="en-US" sz="1400">
              <a:ln>
                <a:solidFill>
                  <a:schemeClr val="bg1"/>
                </a:solidFill>
              </a:ln>
              <a:solidFill>
                <a:schemeClr val="bg1"/>
              </a:solidFill>
            </a:endParaRPr>
          </a:p>
        </p:txBody>
      </p:sp>
      <p:sp>
        <p:nvSpPr>
          <p:cNvPr id="4" name="圆角矩形 3">
            <a:hlinkClick r:id="rId3" action="ppaction://hlinksldjump"/>
          </p:cNvPr>
          <p:cNvSpPr/>
          <p:nvPr userDrawn="1"/>
        </p:nvSpPr>
        <p:spPr>
          <a:xfrm>
            <a:off x="744156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考点二</a:t>
            </a:r>
            <a:endParaRPr lang="zh-CN" altLang="en-US" sz="1400">
              <a:ln>
                <a:solidFill>
                  <a:schemeClr val="bg1"/>
                </a:solidFill>
              </a:ln>
              <a:solidFill>
                <a:schemeClr val="bg1"/>
              </a:solidFill>
            </a:endParaRPr>
          </a:p>
        </p:txBody>
      </p:sp>
      <p:sp>
        <p:nvSpPr>
          <p:cNvPr id="5" name="圆角矩形 4">
            <a:hlinkClick r:id="rId3" action="ppaction://hlinksldjump"/>
          </p:cNvPr>
          <p:cNvSpPr/>
          <p:nvPr userDrawn="1"/>
        </p:nvSpPr>
        <p:spPr>
          <a:xfrm>
            <a:off x="854900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考点三</a:t>
            </a:r>
            <a:endParaRPr lang="zh-CN" altLang="en-US" sz="1400">
              <a:ln>
                <a:solidFill>
                  <a:schemeClr val="bg1"/>
                </a:solidFill>
              </a:ln>
              <a:solidFill>
                <a:schemeClr val="bg1"/>
              </a:solidFill>
            </a:endParaRPr>
          </a:p>
        </p:txBody>
      </p:sp>
      <p:sp>
        <p:nvSpPr>
          <p:cNvPr id="6" name="圆角矩形 5">
            <a:hlinkClick r:id="" action="ppaction://noaction"/>
          </p:cNvPr>
          <p:cNvSpPr/>
          <p:nvPr userDrawn="1"/>
        </p:nvSpPr>
        <p:spPr>
          <a:xfrm>
            <a:off x="965644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考点四</a:t>
            </a:r>
            <a:endParaRPr lang="zh-CN" altLang="en-US" sz="1400">
              <a:ln>
                <a:solidFill>
                  <a:schemeClr val="bg1"/>
                </a:solidFill>
              </a:ln>
              <a:solidFill>
                <a:schemeClr val="bg1"/>
              </a:solidFill>
            </a:endParaRPr>
          </a:p>
        </p:txBody>
      </p:sp>
      <p:sp>
        <p:nvSpPr>
          <p:cNvPr id="7" name="圆角矩形 6">
            <a:hlinkClick r:id="" action="ppaction://noaction"/>
          </p:cNvPr>
          <p:cNvSpPr/>
          <p:nvPr userDrawn="1"/>
        </p:nvSpPr>
        <p:spPr>
          <a:xfrm>
            <a:off x="1076388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考点五</a:t>
            </a:r>
            <a:endParaRPr lang="zh-CN" altLang="en-US" sz="140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9_标题幻灯片">
    <p:spTree>
      <p:nvGrpSpPr>
        <p:cNvPr id="1" name=""/>
        <p:cNvGrpSpPr/>
        <p:nvPr/>
      </p:nvGrpSpPr>
      <p:grpSpPr>
        <a:xfrm>
          <a:off x="0" y="0"/>
          <a:ext cx="0" cy="0"/>
          <a:chOff x="0" y="0"/>
          <a:chExt cx="0" cy="0"/>
        </a:xfrm>
      </p:grpSpPr>
      <p:sp>
        <p:nvSpPr>
          <p:cNvPr id="4" name="矩形 3"/>
          <p:cNvSpPr/>
          <p:nvPr userDrawn="1"/>
        </p:nvSpPr>
        <p:spPr>
          <a:xfrm>
            <a:off x="0" y="5733256"/>
            <a:ext cx="12192000" cy="1124744"/>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Tree>
    <p:extLst>
      <p:ext uri="{BB962C8B-B14F-4D97-AF65-F5344CB8AC3E}">
        <p14:creationId xmlns:p14="http://schemas.microsoft.com/office/powerpoint/2010/main" val="28557348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10_标题幻灯片">
    <p:spTree>
      <p:nvGrpSpPr>
        <p:cNvPr id="1" name=""/>
        <p:cNvGrpSpPr/>
        <p:nvPr/>
      </p:nvGrpSpPr>
      <p:grpSpPr>
        <a:xfrm>
          <a:off x="0" y="0"/>
          <a:ext cx="0" cy="0"/>
          <a:chOff x="0" y="0"/>
          <a:chExt cx="0" cy="0"/>
        </a:xfrm>
      </p:grpSpPr>
      <p:sp>
        <p:nvSpPr>
          <p:cNvPr id="4" name="矩形 3"/>
          <p:cNvSpPr/>
          <p:nvPr userDrawn="1"/>
        </p:nvSpPr>
        <p:spPr>
          <a:xfrm>
            <a:off x="0" y="5157192"/>
            <a:ext cx="12192000" cy="1700808"/>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Tree>
    <p:extLst>
      <p:ext uri="{BB962C8B-B14F-4D97-AF65-F5344CB8AC3E}">
        <p14:creationId xmlns:p14="http://schemas.microsoft.com/office/powerpoint/2010/main" val="4529712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11_标题幻灯片">
    <p:spTree>
      <p:nvGrpSpPr>
        <p:cNvPr id="1" name=""/>
        <p:cNvGrpSpPr/>
        <p:nvPr/>
      </p:nvGrpSpPr>
      <p:grpSpPr>
        <a:xfrm>
          <a:off x="0" y="0"/>
          <a:ext cx="0" cy="0"/>
          <a:chOff x="0" y="0"/>
          <a:chExt cx="0" cy="0"/>
        </a:xfrm>
      </p:grpSpPr>
      <p:sp>
        <p:nvSpPr>
          <p:cNvPr id="4" name="矩形 3"/>
          <p:cNvSpPr/>
          <p:nvPr userDrawn="1"/>
        </p:nvSpPr>
        <p:spPr>
          <a:xfrm>
            <a:off x="0" y="4615840"/>
            <a:ext cx="12192000" cy="2242160"/>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Tree>
    <p:extLst>
      <p:ext uri="{BB962C8B-B14F-4D97-AF65-F5344CB8AC3E}">
        <p14:creationId xmlns:p14="http://schemas.microsoft.com/office/powerpoint/2010/main" val="1808356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12_标题幻灯片">
    <p:spTree>
      <p:nvGrpSpPr>
        <p:cNvPr id="1" name=""/>
        <p:cNvGrpSpPr/>
        <p:nvPr/>
      </p:nvGrpSpPr>
      <p:grpSpPr>
        <a:xfrm>
          <a:off x="0" y="0"/>
          <a:ext cx="0" cy="0"/>
          <a:chOff x="0" y="0"/>
          <a:chExt cx="0" cy="0"/>
        </a:xfrm>
      </p:grpSpPr>
      <p:sp>
        <p:nvSpPr>
          <p:cNvPr id="4" name="矩形 3"/>
          <p:cNvSpPr/>
          <p:nvPr userDrawn="1"/>
        </p:nvSpPr>
        <p:spPr>
          <a:xfrm>
            <a:off x="0" y="4057902"/>
            <a:ext cx="12192000" cy="2800097"/>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Tree>
    <p:extLst>
      <p:ext uri="{BB962C8B-B14F-4D97-AF65-F5344CB8AC3E}">
        <p14:creationId xmlns:p14="http://schemas.microsoft.com/office/powerpoint/2010/main" val="29516992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13_标题幻灯片">
    <p:spTree>
      <p:nvGrpSpPr>
        <p:cNvPr id="1" name=""/>
        <p:cNvGrpSpPr/>
        <p:nvPr/>
      </p:nvGrpSpPr>
      <p:grpSpPr>
        <a:xfrm>
          <a:off x="0" y="0"/>
          <a:ext cx="0" cy="0"/>
          <a:chOff x="0" y="0"/>
          <a:chExt cx="0" cy="0"/>
        </a:xfrm>
      </p:grpSpPr>
      <p:sp>
        <p:nvSpPr>
          <p:cNvPr id="4" name="矩形 3"/>
          <p:cNvSpPr/>
          <p:nvPr userDrawn="1"/>
        </p:nvSpPr>
        <p:spPr>
          <a:xfrm>
            <a:off x="0" y="3505783"/>
            <a:ext cx="12192000" cy="3352216"/>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Tree>
    <p:extLst>
      <p:ext uri="{BB962C8B-B14F-4D97-AF65-F5344CB8AC3E}">
        <p14:creationId xmlns:p14="http://schemas.microsoft.com/office/powerpoint/2010/main" val="26392214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14_标题幻灯片">
    <p:spTree>
      <p:nvGrpSpPr>
        <p:cNvPr id="1" name=""/>
        <p:cNvGrpSpPr/>
        <p:nvPr/>
      </p:nvGrpSpPr>
      <p:grpSpPr>
        <a:xfrm>
          <a:off x="0" y="0"/>
          <a:ext cx="0" cy="0"/>
          <a:chOff x="0" y="0"/>
          <a:chExt cx="0" cy="0"/>
        </a:xfrm>
      </p:grpSpPr>
      <p:sp>
        <p:nvSpPr>
          <p:cNvPr id="4" name="矩形 3"/>
          <p:cNvSpPr/>
          <p:nvPr userDrawn="1"/>
        </p:nvSpPr>
        <p:spPr>
          <a:xfrm>
            <a:off x="0" y="2953922"/>
            <a:ext cx="12192000" cy="3904078"/>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Tree>
    <p:extLst>
      <p:ext uri="{BB962C8B-B14F-4D97-AF65-F5344CB8AC3E}">
        <p14:creationId xmlns:p14="http://schemas.microsoft.com/office/powerpoint/2010/main" val="32703420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15_标题幻灯片">
    <p:spTree>
      <p:nvGrpSpPr>
        <p:cNvPr id="1" name=""/>
        <p:cNvGrpSpPr/>
        <p:nvPr/>
      </p:nvGrpSpPr>
      <p:grpSpPr>
        <a:xfrm>
          <a:off x="0" y="0"/>
          <a:ext cx="0" cy="0"/>
          <a:chOff x="0" y="0"/>
          <a:chExt cx="0" cy="0"/>
        </a:xfrm>
      </p:grpSpPr>
      <p:sp>
        <p:nvSpPr>
          <p:cNvPr id="4" name="矩形 3"/>
          <p:cNvSpPr/>
          <p:nvPr userDrawn="1"/>
        </p:nvSpPr>
        <p:spPr>
          <a:xfrm>
            <a:off x="0" y="2413194"/>
            <a:ext cx="12192000" cy="4444806"/>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Tree>
    <p:extLst>
      <p:ext uri="{BB962C8B-B14F-4D97-AF65-F5344CB8AC3E}">
        <p14:creationId xmlns:p14="http://schemas.microsoft.com/office/powerpoint/2010/main" val="41653625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标题和内容">
    <p:spTree>
      <p:nvGrpSpPr>
        <p:cNvPr id="1" name=""/>
        <p:cNvGrpSpPr/>
        <p:nvPr/>
      </p:nvGrpSpPr>
      <p:grpSpPr>
        <a:xfrm>
          <a:off x="0" y="0"/>
          <a:ext cx="0" cy="0"/>
          <a:chOff x="0" y="0"/>
          <a:chExt cx="0" cy="0"/>
        </a:xfrm>
      </p:grpSpPr>
      <p:sp>
        <p:nvSpPr>
          <p:cNvPr id="3" name="矩形 2"/>
          <p:cNvSpPr/>
          <p:nvPr userDrawn="1"/>
        </p:nvSpPr>
        <p:spPr>
          <a:xfrm>
            <a:off x="0" y="1874469"/>
            <a:ext cx="12192000" cy="4983529"/>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Tree>
    <p:extLst>
      <p:ext uri="{BB962C8B-B14F-4D97-AF65-F5344CB8AC3E}">
        <p14:creationId xmlns:p14="http://schemas.microsoft.com/office/powerpoint/2010/main" val="30205385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sp>
        <p:nvSpPr>
          <p:cNvPr id="3" name="矩形 2"/>
          <p:cNvSpPr/>
          <p:nvPr userDrawn="1"/>
        </p:nvSpPr>
        <p:spPr>
          <a:xfrm>
            <a:off x="0" y="1287169"/>
            <a:ext cx="12192000" cy="5570829"/>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Tree>
    <p:extLst>
      <p:ext uri="{BB962C8B-B14F-4D97-AF65-F5344CB8AC3E}">
        <p14:creationId xmlns:p14="http://schemas.microsoft.com/office/powerpoint/2010/main" val="29933967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6_标题和内容">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925910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8"/>
            <a:ext cx="103632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3676096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5951610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3"/>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3352027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85552302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37239384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3157585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54990961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084"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6154950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6811222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1427256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1"/>
            <a:ext cx="27432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74641"/>
            <a:ext cx="80264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499552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2.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61" r:id="rId2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5" name="页脚占位符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53382260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slide" Target="slide4.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oleObject" Target="../embeddings/oleObject1.bin"/><Relationship Id="rId7" Type="http://schemas.openxmlformats.org/officeDocument/2006/relationships/package" Target="../embeddings/Microsoft_Word___2.docx"/><Relationship Id="rId2" Type="http://schemas.openxmlformats.org/officeDocument/2006/relationships/slideLayout" Target="../slideLayouts/slideLayout19.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4.emf"/><Relationship Id="rId4" Type="http://schemas.openxmlformats.org/officeDocument/2006/relationships/package" Target="../embeddings/Microsoft_Word___1.docx"/></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3.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package" Target="../embeddings/Microsoft_Word___3.docx"/></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2.xml"/><Relationship Id="rId1" Type="http://schemas.openxmlformats.org/officeDocument/2006/relationships/vmlDrawing" Target="../drawings/vmlDrawing3.vml"/><Relationship Id="rId5" Type="http://schemas.openxmlformats.org/officeDocument/2006/relationships/image" Target="../media/image7.emf"/><Relationship Id="rId4" Type="http://schemas.openxmlformats.org/officeDocument/2006/relationships/package" Target="../embeddings/Microsoft_Word___4.docx"/></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2.xml"/><Relationship Id="rId1" Type="http://schemas.openxmlformats.org/officeDocument/2006/relationships/vmlDrawing" Target="../drawings/vmlDrawing4.vml"/><Relationship Id="rId5" Type="http://schemas.openxmlformats.org/officeDocument/2006/relationships/image" Target="../media/image8.emf"/><Relationship Id="rId4" Type="http://schemas.openxmlformats.org/officeDocument/2006/relationships/package" Target="../embeddings/Microsoft_Word___5.docx"/></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3.xml"/><Relationship Id="rId1" Type="http://schemas.openxmlformats.org/officeDocument/2006/relationships/vmlDrawing" Target="../drawings/vmlDrawing5.vml"/><Relationship Id="rId5" Type="http://schemas.openxmlformats.org/officeDocument/2006/relationships/image" Target="../media/image9.emf"/><Relationship Id="rId4" Type="http://schemas.openxmlformats.org/officeDocument/2006/relationships/package" Target="../embeddings/Microsoft_Word___6.docx"/></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2.xml"/><Relationship Id="rId1" Type="http://schemas.openxmlformats.org/officeDocument/2006/relationships/vmlDrawing" Target="../drawings/vmlDrawing6.vml"/><Relationship Id="rId5" Type="http://schemas.openxmlformats.org/officeDocument/2006/relationships/image" Target="../media/image10.emf"/><Relationship Id="rId4" Type="http://schemas.openxmlformats.org/officeDocument/2006/relationships/package" Target="../embeddings/Microsoft_Word___7.docx"/></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3.xml"/><Relationship Id="rId1" Type="http://schemas.openxmlformats.org/officeDocument/2006/relationships/vmlDrawing" Target="../drawings/vmlDrawing7.vml"/><Relationship Id="rId5" Type="http://schemas.openxmlformats.org/officeDocument/2006/relationships/image" Target="../media/image11.emf"/><Relationship Id="rId4" Type="http://schemas.openxmlformats.org/officeDocument/2006/relationships/package" Target="../embeddings/Microsoft_Word___8.docx"/></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2.xml"/><Relationship Id="rId1" Type="http://schemas.openxmlformats.org/officeDocument/2006/relationships/vmlDrawing" Target="../drawings/vmlDrawing8.vml"/><Relationship Id="rId5" Type="http://schemas.openxmlformats.org/officeDocument/2006/relationships/image" Target="../media/image12.emf"/><Relationship Id="rId4" Type="http://schemas.openxmlformats.org/officeDocument/2006/relationships/package" Target="../embeddings/Microsoft_Word___9.docx"/></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2.xml"/><Relationship Id="rId1" Type="http://schemas.openxmlformats.org/officeDocument/2006/relationships/vmlDrawing" Target="../drawings/vmlDrawing9.vml"/><Relationship Id="rId5" Type="http://schemas.openxmlformats.org/officeDocument/2006/relationships/image" Target="../media/image13.emf"/><Relationship Id="rId4" Type="http://schemas.openxmlformats.org/officeDocument/2006/relationships/package" Target="../embeddings/Microsoft_Word___10.docx"/></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3.xml"/><Relationship Id="rId1" Type="http://schemas.openxmlformats.org/officeDocument/2006/relationships/vmlDrawing" Target="../drawings/vmlDrawing10.vml"/><Relationship Id="rId5" Type="http://schemas.openxmlformats.org/officeDocument/2006/relationships/image" Target="../media/image14.emf"/><Relationship Id="rId4" Type="http://schemas.openxmlformats.org/officeDocument/2006/relationships/package" Target="../embeddings/Microsoft_Word___11.docx"/></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3.xml"/><Relationship Id="rId1" Type="http://schemas.openxmlformats.org/officeDocument/2006/relationships/vmlDrawing" Target="../drawings/vmlDrawing11.vml"/><Relationship Id="rId5" Type="http://schemas.openxmlformats.org/officeDocument/2006/relationships/image" Target="../media/image15.emf"/><Relationship Id="rId4" Type="http://schemas.openxmlformats.org/officeDocument/2006/relationships/package" Target="../embeddings/Microsoft_Word___12.docx"/></Relationships>
</file>

<file path=ppt/slides/_rels/slide21.xml.rels><?xml version="1.0" encoding="UTF-8" standalone="yes"?>
<Relationships xmlns="http://schemas.openxmlformats.org/package/2006/relationships"><Relationship Id="rId8" Type="http://schemas.openxmlformats.org/officeDocument/2006/relationships/image" Target="../media/image17.emf"/><Relationship Id="rId3" Type="http://schemas.openxmlformats.org/officeDocument/2006/relationships/oleObject" Target="../embeddings/oleObject13.bin"/><Relationship Id="rId7" Type="http://schemas.openxmlformats.org/officeDocument/2006/relationships/package" Target="../embeddings/Microsoft_Word___14.docx"/><Relationship Id="rId2" Type="http://schemas.openxmlformats.org/officeDocument/2006/relationships/slideLayout" Target="../slideLayouts/slideLayout22.xml"/><Relationship Id="rId1" Type="http://schemas.openxmlformats.org/officeDocument/2006/relationships/vmlDrawing" Target="../drawings/vmlDrawing12.vml"/><Relationship Id="rId6" Type="http://schemas.openxmlformats.org/officeDocument/2006/relationships/oleObject" Target="../embeddings/oleObject14.bin"/><Relationship Id="rId5" Type="http://schemas.openxmlformats.org/officeDocument/2006/relationships/image" Target="../media/image16.emf"/><Relationship Id="rId4" Type="http://schemas.openxmlformats.org/officeDocument/2006/relationships/package" Target="../embeddings/Microsoft_Word___13.docx"/></Relationships>
</file>

<file path=ppt/slides/_rels/slide22.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oleObject" Target="../embeddings/oleObject15.bin"/><Relationship Id="rId7" Type="http://schemas.openxmlformats.org/officeDocument/2006/relationships/package" Target="../embeddings/Microsoft_Word___16.docx"/><Relationship Id="rId2" Type="http://schemas.openxmlformats.org/officeDocument/2006/relationships/slideLayout" Target="../slideLayouts/slideLayout20.xml"/><Relationship Id="rId1" Type="http://schemas.openxmlformats.org/officeDocument/2006/relationships/vmlDrawing" Target="../drawings/vmlDrawing13.vml"/><Relationship Id="rId6" Type="http://schemas.openxmlformats.org/officeDocument/2006/relationships/oleObject" Target="../embeddings/oleObject16.bin"/><Relationship Id="rId5" Type="http://schemas.openxmlformats.org/officeDocument/2006/relationships/image" Target="../media/image18.emf"/><Relationship Id="rId4" Type="http://schemas.openxmlformats.org/officeDocument/2006/relationships/package" Target="../embeddings/Microsoft_Word___15.docx"/></Relationships>
</file>

<file path=ppt/slides/_rels/slide23.xml.rels><?xml version="1.0" encoding="UTF-8" standalone="yes"?>
<Relationships xmlns="http://schemas.openxmlformats.org/package/2006/relationships"><Relationship Id="rId8" Type="http://schemas.openxmlformats.org/officeDocument/2006/relationships/image" Target="../media/image21.emf"/><Relationship Id="rId3" Type="http://schemas.openxmlformats.org/officeDocument/2006/relationships/oleObject" Target="../embeddings/oleObject17.bin"/><Relationship Id="rId7" Type="http://schemas.openxmlformats.org/officeDocument/2006/relationships/package" Target="../embeddings/Microsoft_Word___18.docx"/><Relationship Id="rId2" Type="http://schemas.openxmlformats.org/officeDocument/2006/relationships/slideLayout" Target="../slideLayouts/slideLayout19.xml"/><Relationship Id="rId1" Type="http://schemas.openxmlformats.org/officeDocument/2006/relationships/vmlDrawing" Target="../drawings/vmlDrawing14.vml"/><Relationship Id="rId6" Type="http://schemas.openxmlformats.org/officeDocument/2006/relationships/oleObject" Target="../embeddings/oleObject18.bin"/><Relationship Id="rId5" Type="http://schemas.openxmlformats.org/officeDocument/2006/relationships/image" Target="../media/image20.emf"/><Relationship Id="rId4" Type="http://schemas.openxmlformats.org/officeDocument/2006/relationships/package" Target="../embeddings/Microsoft_Word___17.docx"/></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2.xml"/><Relationship Id="rId1" Type="http://schemas.openxmlformats.org/officeDocument/2006/relationships/vmlDrawing" Target="../drawings/vmlDrawing15.vml"/><Relationship Id="rId5" Type="http://schemas.openxmlformats.org/officeDocument/2006/relationships/image" Target="../media/image22.emf"/><Relationship Id="rId4" Type="http://schemas.openxmlformats.org/officeDocument/2006/relationships/package" Target="../embeddings/Microsoft_Word___19.docx"/></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8" Type="http://schemas.openxmlformats.org/officeDocument/2006/relationships/image" Target="../media/image24.emf"/><Relationship Id="rId3" Type="http://schemas.openxmlformats.org/officeDocument/2006/relationships/oleObject" Target="../embeddings/oleObject20.bin"/><Relationship Id="rId7" Type="http://schemas.openxmlformats.org/officeDocument/2006/relationships/package" Target="../embeddings/Microsoft_Word___21.docx"/><Relationship Id="rId2" Type="http://schemas.openxmlformats.org/officeDocument/2006/relationships/slideLayout" Target="../slideLayouts/slideLayout18.xml"/><Relationship Id="rId1" Type="http://schemas.openxmlformats.org/officeDocument/2006/relationships/vmlDrawing" Target="../drawings/vmlDrawing16.vml"/><Relationship Id="rId6" Type="http://schemas.openxmlformats.org/officeDocument/2006/relationships/oleObject" Target="../embeddings/oleObject21.bin"/><Relationship Id="rId5" Type="http://schemas.openxmlformats.org/officeDocument/2006/relationships/image" Target="../media/image23.emf"/><Relationship Id="rId4" Type="http://schemas.openxmlformats.org/officeDocument/2006/relationships/package" Target="../embeddings/Microsoft_Word___20.docx"/></Relationships>
</file>

<file path=ppt/slides/_rels/slide29.xml.rels><?xml version="1.0" encoding="UTF-8" standalone="yes"?>
<Relationships xmlns="http://schemas.openxmlformats.org/package/2006/relationships"><Relationship Id="rId8" Type="http://schemas.openxmlformats.org/officeDocument/2006/relationships/image" Target="../media/image26.emf"/><Relationship Id="rId3" Type="http://schemas.openxmlformats.org/officeDocument/2006/relationships/oleObject" Target="../embeddings/oleObject22.bin"/><Relationship Id="rId7" Type="http://schemas.openxmlformats.org/officeDocument/2006/relationships/package" Target="../embeddings/Microsoft_Word___23.docx"/><Relationship Id="rId2" Type="http://schemas.openxmlformats.org/officeDocument/2006/relationships/slideLayout" Target="../slideLayouts/slideLayout18.xml"/><Relationship Id="rId1" Type="http://schemas.openxmlformats.org/officeDocument/2006/relationships/vmlDrawing" Target="../drawings/vmlDrawing17.vml"/><Relationship Id="rId6" Type="http://schemas.openxmlformats.org/officeDocument/2006/relationships/oleObject" Target="../embeddings/oleObject23.bin"/><Relationship Id="rId5" Type="http://schemas.openxmlformats.org/officeDocument/2006/relationships/image" Target="../media/image25.emf"/><Relationship Id="rId4" Type="http://schemas.openxmlformats.org/officeDocument/2006/relationships/package" Target="../embeddings/Microsoft_Word___22.docx"/></Relationships>
</file>

<file path=ppt/slides/_rels/slide30.xml.rels><?xml version="1.0" encoding="UTF-8" standalone="yes"?>
<Relationships xmlns="http://schemas.openxmlformats.org/package/2006/relationships"><Relationship Id="rId8" Type="http://schemas.openxmlformats.org/officeDocument/2006/relationships/image" Target="../media/image28.emf"/><Relationship Id="rId3" Type="http://schemas.openxmlformats.org/officeDocument/2006/relationships/oleObject" Target="../embeddings/oleObject24.bin"/><Relationship Id="rId7" Type="http://schemas.openxmlformats.org/officeDocument/2006/relationships/package" Target="../embeddings/Microsoft_Word___25.docx"/><Relationship Id="rId2" Type="http://schemas.openxmlformats.org/officeDocument/2006/relationships/slideLayout" Target="../slideLayouts/slideLayout19.xml"/><Relationship Id="rId1" Type="http://schemas.openxmlformats.org/officeDocument/2006/relationships/vmlDrawing" Target="../drawings/vmlDrawing18.vml"/><Relationship Id="rId6" Type="http://schemas.openxmlformats.org/officeDocument/2006/relationships/oleObject" Target="../embeddings/oleObject25.bin"/><Relationship Id="rId11" Type="http://schemas.openxmlformats.org/officeDocument/2006/relationships/image" Target="../media/image29.emf"/><Relationship Id="rId5" Type="http://schemas.openxmlformats.org/officeDocument/2006/relationships/image" Target="../media/image27.emf"/><Relationship Id="rId10" Type="http://schemas.openxmlformats.org/officeDocument/2006/relationships/package" Target="../embeddings/Microsoft_Word___26.docx"/><Relationship Id="rId4" Type="http://schemas.openxmlformats.org/officeDocument/2006/relationships/package" Target="../embeddings/Microsoft_Word___24.docx"/><Relationship Id="rId9" Type="http://schemas.openxmlformats.org/officeDocument/2006/relationships/oleObject" Target="../embeddings/oleObject26.bin"/></Relationships>
</file>

<file path=ppt/slides/_rels/slide31.xml.rels><?xml version="1.0" encoding="UTF-8" standalone="yes"?>
<Relationships xmlns="http://schemas.openxmlformats.org/package/2006/relationships"><Relationship Id="rId8" Type="http://schemas.openxmlformats.org/officeDocument/2006/relationships/image" Target="../media/image31.emf"/><Relationship Id="rId3" Type="http://schemas.openxmlformats.org/officeDocument/2006/relationships/oleObject" Target="../embeddings/oleObject27.bin"/><Relationship Id="rId7" Type="http://schemas.openxmlformats.org/officeDocument/2006/relationships/package" Target="../embeddings/Microsoft_Word___28.docx"/><Relationship Id="rId2" Type="http://schemas.openxmlformats.org/officeDocument/2006/relationships/slideLayout" Target="../slideLayouts/slideLayout21.xml"/><Relationship Id="rId1" Type="http://schemas.openxmlformats.org/officeDocument/2006/relationships/vmlDrawing" Target="../drawings/vmlDrawing19.vml"/><Relationship Id="rId6" Type="http://schemas.openxmlformats.org/officeDocument/2006/relationships/oleObject" Target="../embeddings/oleObject28.bin"/><Relationship Id="rId11" Type="http://schemas.openxmlformats.org/officeDocument/2006/relationships/image" Target="../media/image32.emf"/><Relationship Id="rId5" Type="http://schemas.openxmlformats.org/officeDocument/2006/relationships/image" Target="../media/image30.emf"/><Relationship Id="rId10" Type="http://schemas.openxmlformats.org/officeDocument/2006/relationships/package" Target="../embeddings/Microsoft_Word___29.docx"/><Relationship Id="rId4" Type="http://schemas.openxmlformats.org/officeDocument/2006/relationships/package" Target="../embeddings/Microsoft_Word___27.docx"/><Relationship Id="rId9" Type="http://schemas.openxmlformats.org/officeDocument/2006/relationships/oleObject" Target="../embeddings/oleObject29.bin"/></Relationships>
</file>

<file path=ppt/slides/_rels/slide32.xml.rels><?xml version="1.0" encoding="UTF-8" standalone="yes"?>
<Relationships xmlns="http://schemas.openxmlformats.org/package/2006/relationships"><Relationship Id="rId8" Type="http://schemas.openxmlformats.org/officeDocument/2006/relationships/image" Target="../media/image34.emf"/><Relationship Id="rId3" Type="http://schemas.openxmlformats.org/officeDocument/2006/relationships/oleObject" Target="../embeddings/oleObject30.bin"/><Relationship Id="rId7" Type="http://schemas.openxmlformats.org/officeDocument/2006/relationships/package" Target="../embeddings/Microsoft_Word___31.docx"/><Relationship Id="rId2" Type="http://schemas.openxmlformats.org/officeDocument/2006/relationships/slideLayout" Target="../slideLayouts/slideLayout20.xml"/><Relationship Id="rId1" Type="http://schemas.openxmlformats.org/officeDocument/2006/relationships/vmlDrawing" Target="../drawings/vmlDrawing20.vml"/><Relationship Id="rId6" Type="http://schemas.openxmlformats.org/officeDocument/2006/relationships/oleObject" Target="../embeddings/oleObject31.bin"/><Relationship Id="rId5" Type="http://schemas.openxmlformats.org/officeDocument/2006/relationships/image" Target="../media/image33.emf"/><Relationship Id="rId4" Type="http://schemas.openxmlformats.org/officeDocument/2006/relationships/package" Target="../embeddings/Microsoft_Word___30.docx"/></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22.xml"/><Relationship Id="rId1" Type="http://schemas.openxmlformats.org/officeDocument/2006/relationships/vmlDrawing" Target="../drawings/vmlDrawing21.vml"/><Relationship Id="rId5" Type="http://schemas.openxmlformats.org/officeDocument/2006/relationships/image" Target="../media/image35.emf"/><Relationship Id="rId4" Type="http://schemas.openxmlformats.org/officeDocument/2006/relationships/package" Target="../embeddings/Microsoft_Word___32.docx"/></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8" Type="http://schemas.openxmlformats.org/officeDocument/2006/relationships/hyperlink" Target="http://www.1ppt.com/xiazai/" TargetMode="External"/><Relationship Id="rId13" Type="http://schemas.openxmlformats.org/officeDocument/2006/relationships/hyperlink" Target="http://www.1ppt.com/kejian/" TargetMode="External"/><Relationship Id="rId18" Type="http://schemas.openxmlformats.org/officeDocument/2006/relationships/image" Target="../media/image38.png"/><Relationship Id="rId3" Type="http://schemas.openxmlformats.org/officeDocument/2006/relationships/hyperlink" Target="http://www.1ppt.com/hangye/" TargetMode="External"/><Relationship Id="rId7" Type="http://schemas.openxmlformats.org/officeDocument/2006/relationships/hyperlink" Target="http://www.1ppt.com/tubiao/" TargetMode="External"/><Relationship Id="rId12" Type="http://schemas.openxmlformats.org/officeDocument/2006/relationships/hyperlink" Target="http://www.1ppt.com/jianli/" TargetMode="External"/><Relationship Id="rId17" Type="http://schemas.openxmlformats.org/officeDocument/2006/relationships/hyperlink" Target="http://www.1ppt.com/ziti/" TargetMode="External"/><Relationship Id="rId2" Type="http://schemas.openxmlformats.org/officeDocument/2006/relationships/hyperlink" Target="http://www.1ppt.com/moban/" TargetMode="External"/><Relationship Id="rId16" Type="http://schemas.openxmlformats.org/officeDocument/2006/relationships/hyperlink" Target="http://www.1ppt.com/jiaoan/" TargetMode="External"/><Relationship Id="rId1" Type="http://schemas.openxmlformats.org/officeDocument/2006/relationships/slideLayout" Target="../slideLayouts/slideLayout25.xml"/><Relationship Id="rId6" Type="http://schemas.openxmlformats.org/officeDocument/2006/relationships/hyperlink" Target="http://www.1ppt.com/beijing/" TargetMode="External"/><Relationship Id="rId11" Type="http://schemas.openxmlformats.org/officeDocument/2006/relationships/hyperlink" Target="http://www.1ppt.com/excel/" TargetMode="External"/><Relationship Id="rId5" Type="http://schemas.openxmlformats.org/officeDocument/2006/relationships/hyperlink" Target="http://www.1ppt.com/sucai/" TargetMode="External"/><Relationship Id="rId15" Type="http://schemas.openxmlformats.org/officeDocument/2006/relationships/hyperlink" Target="http://www.1ppt.com/shiti/" TargetMode="External"/><Relationship Id="rId10" Type="http://schemas.openxmlformats.org/officeDocument/2006/relationships/hyperlink" Target="http://www.1ppt.com/word/" TargetMode="External"/><Relationship Id="rId4" Type="http://schemas.openxmlformats.org/officeDocument/2006/relationships/hyperlink" Target="http://www.1ppt.com/jieri/" TargetMode="External"/><Relationship Id="rId9" Type="http://schemas.openxmlformats.org/officeDocument/2006/relationships/hyperlink" Target="http://www.1ppt.com/powerpoint/" TargetMode="External"/><Relationship Id="rId14" Type="http://schemas.openxmlformats.org/officeDocument/2006/relationships/hyperlink" Target="http://www.1ppt.com/shouchaoba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165797" y="519978"/>
            <a:ext cx="4047903" cy="461665"/>
          </a:xfrm>
          <a:prstGeom prst="rect">
            <a:avLst/>
          </a:prstGeom>
        </p:spPr>
        <p:txBody>
          <a:bodyPr wrap="none">
            <a:spAutoFit/>
          </a:bodyPr>
          <a:lstStyle/>
          <a:p>
            <a:pPr algn="dist"/>
            <a:r>
              <a:rPr lang="zh-CN" altLang="en-US" sz="2400" b="1" spc="600" smtClean="0">
                <a:solidFill>
                  <a:srgbClr val="757C82"/>
                </a:solidFill>
                <a:latin typeface="阿里巴巴普惠体"/>
                <a:ea typeface="微软雅黑"/>
                <a:sym typeface="阿里巴巴普惠体"/>
              </a:rPr>
              <a:t>高中同步学案优化</a:t>
            </a:r>
            <a:r>
              <a:rPr lang="zh-CN" altLang="en-US" sz="2400" b="1" spc="600">
                <a:solidFill>
                  <a:srgbClr val="757C82"/>
                </a:solidFill>
                <a:latin typeface="阿里巴巴普惠体"/>
                <a:ea typeface="微软雅黑"/>
                <a:sym typeface="阿里巴巴普惠体"/>
              </a:rPr>
              <a:t>设计</a:t>
            </a:r>
          </a:p>
        </p:txBody>
      </p:sp>
      <p:cxnSp>
        <p:nvCxnSpPr>
          <p:cNvPr id="3" name="直接连接符 2"/>
          <p:cNvCxnSpPr/>
          <p:nvPr/>
        </p:nvCxnSpPr>
        <p:spPr>
          <a:xfrm>
            <a:off x="2282351" y="1003843"/>
            <a:ext cx="3676091" cy="0"/>
          </a:xfrm>
          <a:prstGeom prst="line">
            <a:avLst/>
          </a:prstGeom>
          <a:ln>
            <a:solidFill>
              <a:schemeClr val="tx1"/>
            </a:solidFill>
            <a:prstDash val="lgDashDotDot"/>
            <a:headEnd type="diamond" w="med" len="med"/>
            <a:tailEnd type="diamond" w="med" len="med"/>
          </a:ln>
          <a:effectLst/>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94482" y="974358"/>
            <a:ext cx="3826174" cy="307777"/>
          </a:xfrm>
          <a:prstGeom prst="rect">
            <a:avLst/>
          </a:prstGeom>
        </p:spPr>
        <p:txBody>
          <a:bodyPr wrap="square">
            <a:spAutoFit/>
          </a:bodyPr>
          <a:lstStyle/>
          <a:p>
            <a:pPr algn="dist"/>
            <a:r>
              <a:rPr lang="en-US" altLang="zh-CN" sz="1400" b="1" spc="-150" dirty="0" smtClean="0">
                <a:solidFill>
                  <a:srgbClr val="757C82"/>
                </a:solidFill>
                <a:latin typeface="阿里巴巴普惠体"/>
                <a:ea typeface="微软雅黑"/>
                <a:sym typeface="阿里巴巴普惠体"/>
              </a:rPr>
              <a:t>GAO ZHONG TONG BU XUE AN YOU HAU SHE JI</a:t>
            </a:r>
          </a:p>
        </p:txBody>
      </p:sp>
      <p:grpSp>
        <p:nvGrpSpPr>
          <p:cNvPr id="5" name="组合 4"/>
          <p:cNvGrpSpPr/>
          <p:nvPr/>
        </p:nvGrpSpPr>
        <p:grpSpPr>
          <a:xfrm>
            <a:off x="635" y="2775585"/>
            <a:ext cx="12191365" cy="1478915"/>
            <a:chOff x="303375" y="3227146"/>
            <a:chExt cx="11560182" cy="1479076"/>
          </a:xfrm>
        </p:grpSpPr>
        <p:sp>
          <p:nvSpPr>
            <p:cNvPr id="6" name="矩形 5"/>
            <p:cNvSpPr/>
            <p:nvPr/>
          </p:nvSpPr>
          <p:spPr>
            <a:xfrm>
              <a:off x="303375" y="3227146"/>
              <a:ext cx="11560182" cy="1479076"/>
            </a:xfrm>
            <a:prstGeom prst="rect">
              <a:avLst/>
            </a:prstGeom>
            <a:solidFill>
              <a:srgbClr val="6B7278"/>
            </a:solidFill>
            <a:ln>
              <a:no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
          <p:nvSpPr>
            <p:cNvPr id="7" name="矩形 6"/>
            <p:cNvSpPr/>
            <p:nvPr/>
          </p:nvSpPr>
          <p:spPr>
            <a:xfrm>
              <a:off x="3510368" y="3517799"/>
              <a:ext cx="8158783" cy="831087"/>
            </a:xfrm>
            <a:prstGeom prst="rect">
              <a:avLst/>
            </a:prstGeom>
          </p:spPr>
          <p:txBody>
            <a:bodyPr wrap="square">
              <a:spAutoFit/>
            </a:bodyPr>
            <a:lstStyle/>
            <a:p>
              <a:pPr algn="ctr"/>
              <a:r>
                <a:rPr lang="zh-CN" altLang="en-US" sz="4800" b="1" dirty="0" smtClean="0">
                  <a:solidFill>
                    <a:schemeClr val="bg1"/>
                  </a:solidFill>
                  <a:latin typeface="阿里巴巴普惠体"/>
                  <a:ea typeface="微软雅黑"/>
                  <a:sym typeface="阿里巴巴普惠体"/>
                </a:rPr>
                <a:t>两</a:t>
              </a:r>
              <a:r>
                <a:rPr lang="zh-CN" altLang="en-US" sz="4800" b="1" dirty="0">
                  <a:solidFill>
                    <a:schemeClr val="bg1"/>
                  </a:solidFill>
                  <a:latin typeface="阿里巴巴普惠体"/>
                  <a:ea typeface="微软雅黑"/>
                  <a:sym typeface="阿里巴巴普惠体"/>
                </a:rPr>
                <a:t>角差的余弦公式</a:t>
              </a:r>
            </a:p>
          </p:txBody>
        </p:sp>
      </p:grpSp>
      <p:sp>
        <p:nvSpPr>
          <p:cNvPr id="8" name="矩形 7"/>
          <p:cNvSpPr/>
          <p:nvPr/>
        </p:nvSpPr>
        <p:spPr>
          <a:xfrm>
            <a:off x="1109345" y="2277745"/>
            <a:ext cx="2282825" cy="2407920"/>
          </a:xfrm>
          <a:prstGeom prst="rect">
            <a:avLst/>
          </a:prstGeom>
          <a:solidFill>
            <a:srgbClr val="748773"/>
          </a:solidFill>
          <a:ln w="12700" cap="flat" cmpd="sng" algn="ctr">
            <a:noFill/>
            <a:prstDash val="solid"/>
            <a:miter lim="800000"/>
          </a:ln>
          <a:effectLst>
            <a:outerShdw blurRad="317500" dist="127000" dir="2700000" algn="tl" rotWithShape="0">
              <a:prstClr val="black">
                <a:alpha val="25000"/>
              </a:prstClr>
            </a:outerShdw>
          </a:effectLst>
          <a:scene3d>
            <a:camera prst="orthographicFront"/>
            <a:lightRig rig="threePt" dir="t"/>
          </a:scene3d>
          <a:sp3d>
            <a:bevelT w="101600" prst="riblet"/>
          </a:sp3d>
        </p:spPr>
        <p:txBody>
          <a:bodyPr wrap="none" rtlCol="0" anchor="ctr"/>
          <a:lstStyle/>
          <a:p>
            <a:pPr algn="ctr"/>
            <a:r>
              <a:rPr lang="zh-CN" altLang="en-US" sz="3600" b="1" kern="0" smtClean="0">
                <a:solidFill>
                  <a:schemeClr val="bg1"/>
                </a:solidFill>
                <a:latin typeface="阿里巴巴普惠体"/>
                <a:ea typeface="微软雅黑"/>
                <a:cs typeface="Open Sans" panose="020B0606030504020204" pitchFamily="34" charset="0"/>
                <a:sym typeface="阿里巴巴普惠体"/>
              </a:rPr>
              <a:t>第五章</a:t>
            </a:r>
          </a:p>
        </p:txBody>
      </p:sp>
      <p:pic>
        <p:nvPicPr>
          <p:cNvPr id="10" name="图片 9" descr="e37b0ec1d4924ecca897357d279cf883"/>
          <p:cNvPicPr>
            <a:picLocks noChangeAspect="1"/>
          </p:cNvPicPr>
          <p:nvPr/>
        </p:nvPicPr>
        <p:blipFill>
          <a:blip r:embed="rId2" cstate="email">
            <a:extLst>
              <a:ext uri="{BEBA8EAE-BF5A-486C-A8C5-ECC9F3942E4B}">
                <a14:imgProps xmlns:a14="http://schemas.microsoft.com/office/drawing/2010/main">
                  <a14:imgLayer r:embed="rId3">
                    <a14:imgEffect>
                      <a14:sharpenSoften amount="-50000"/>
                    </a14:imgEffect>
                    <a14:imgEffect>
                      <a14:saturation sat="0"/>
                    </a14:imgEffect>
                  </a14:imgLayer>
                </a14:imgProps>
              </a:ext>
              <a:ext uri="{28A0092B-C50C-407E-A947-70E740481C1C}">
                <a14:useLocalDpi xmlns:a14="http://schemas.microsoft.com/office/drawing/2010/main"/>
              </a:ext>
            </a:extLst>
          </a:blip>
          <a:stretch>
            <a:fillRect/>
          </a:stretch>
        </p:blipFill>
        <p:spPr>
          <a:xfrm>
            <a:off x="801370" y="175260"/>
            <a:ext cx="1453515" cy="1453515"/>
          </a:xfrm>
          <a:prstGeom prst="rect">
            <a:avLst/>
          </a:prstGeom>
        </p:spPr>
      </p:pic>
      <p:sp>
        <p:nvSpPr>
          <p:cNvPr id="12" name="矩形 11"/>
          <p:cNvSpPr/>
          <p:nvPr/>
        </p:nvSpPr>
        <p:spPr>
          <a:xfrm>
            <a:off x="635" y="5842902"/>
            <a:ext cx="12191365" cy="470257"/>
          </a:xfrm>
          <a:prstGeom prst="rect">
            <a:avLst/>
          </a:prstGeom>
        </p:spPr>
        <p:txBody>
          <a:bodyPr wrap="square">
            <a:spAutoFit/>
          </a:bodyPr>
          <a:lstStyle/>
          <a:p>
            <a:pPr marL="342900" lvl="0" indent="-342900" algn="ctr" fontAlgn="base">
              <a:lnSpc>
                <a:spcPct val="110000"/>
              </a:lnSpc>
              <a:spcBef>
                <a:spcPct val="0"/>
              </a:spcBef>
              <a:spcAft>
                <a:spcPct val="0"/>
              </a:spcAft>
            </a:pPr>
            <a:r>
              <a:rPr lang="zh-CN" altLang="en-US" sz="2400" kern="0" dirty="0" smtClean="0">
                <a:solidFill>
                  <a:srgbClr val="000000"/>
                </a:solidFill>
                <a:latin typeface="微软雅黑" panose="020B0503020204020204" pitchFamily="34" charset="-122"/>
                <a:ea typeface="微软雅黑" panose="020B0503020204020204" pitchFamily="34" charset="-122"/>
              </a:rPr>
              <a:t>第一</a:t>
            </a:r>
            <a:r>
              <a:rPr lang="en-US" altLang="zh-CN" sz="2400" kern="0" dirty="0" smtClean="0">
                <a:solidFill>
                  <a:srgbClr val="000000"/>
                </a:solidFill>
                <a:latin typeface="微软雅黑" panose="020B0503020204020204" pitchFamily="34" charset="-122"/>
                <a:ea typeface="微软雅黑" panose="020B0503020204020204" pitchFamily="34" charset="-122"/>
              </a:rPr>
              <a:t>PPT</a:t>
            </a:r>
            <a:r>
              <a:rPr lang="zh-CN" altLang="en-US" sz="2400" kern="0" dirty="0" smtClean="0">
                <a:solidFill>
                  <a:srgbClr val="000000"/>
                </a:solidFill>
                <a:latin typeface="微软雅黑" panose="020B0503020204020204" pitchFamily="34" charset="-122"/>
                <a:ea typeface="微软雅黑" panose="020B0503020204020204" pitchFamily="34" charset="-122"/>
              </a:rPr>
              <a:t>模板网</a:t>
            </a:r>
            <a:r>
              <a:rPr lang="en-US" altLang="zh-CN" sz="2400" kern="0" dirty="0" smtClean="0">
                <a:solidFill>
                  <a:srgbClr val="000000"/>
                </a:solidFill>
                <a:latin typeface="微软雅黑" panose="020B0503020204020204" pitchFamily="34" charset="-122"/>
                <a:ea typeface="微软雅黑" panose="020B0503020204020204" pitchFamily="34" charset="-122"/>
              </a:rPr>
              <a:t>-WWW.1PPT.COM</a:t>
            </a:r>
            <a:endParaRPr lang="en-US" altLang="zh-CN" sz="2400" kern="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49984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bldLst>
      <p:bldP spid="2" grpId="0"/>
      <p:bldP spid="4" grpId="0"/>
      <p:bldP spid="8"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788494" y="1591871"/>
            <a:ext cx="942982" cy="3046988"/>
          </a:xfrm>
          <a:prstGeom prst="rect">
            <a:avLst/>
          </a:prstGeom>
          <a:noFill/>
        </p:spPr>
        <p:txBody>
          <a:bodyPr wrap="square" rtlCol="0">
            <a:spAutoFit/>
          </a:bodyPr>
          <a:lstStyle/>
          <a:p>
            <a:r>
              <a:rPr kumimoji="1" lang="zh-CN" altLang="en-US" sz="4800" smtClean="0">
                <a:solidFill>
                  <a:srgbClr val="2C3814"/>
                </a:solidFill>
                <a:latin typeface="阿里巴巴普惠体"/>
                <a:ea typeface="微软雅黑"/>
                <a:cs typeface="+mn-ea"/>
                <a:sym typeface="阿里巴巴普惠体"/>
              </a:rPr>
              <a:t>内容索引</a:t>
            </a:r>
            <a:endParaRPr kumimoji="1" lang="zh-CN" altLang="en-US" sz="4800" dirty="0">
              <a:solidFill>
                <a:srgbClr val="2C3814"/>
              </a:solidFill>
              <a:latin typeface="阿里巴巴普惠体"/>
              <a:ea typeface="微软雅黑"/>
              <a:cs typeface="+mn-ea"/>
              <a:sym typeface="阿里巴巴普惠体"/>
            </a:endParaRPr>
          </a:p>
        </p:txBody>
      </p:sp>
      <p:grpSp>
        <p:nvGrpSpPr>
          <p:cNvPr id="25" name="组合 24"/>
          <p:cNvGrpSpPr/>
          <p:nvPr/>
        </p:nvGrpSpPr>
        <p:grpSpPr>
          <a:xfrm>
            <a:off x="1378713" y="856615"/>
            <a:ext cx="1105802" cy="815646"/>
            <a:chOff x="-1604504" y="2147667"/>
            <a:chExt cx="3687215" cy="2719712"/>
          </a:xfrm>
        </p:grpSpPr>
        <p:cxnSp>
          <p:nvCxnSpPr>
            <p:cNvPr id="26" name="直接连接符 25"/>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27" name="直接连接符 26"/>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28" name="组合 27"/>
          <p:cNvGrpSpPr/>
          <p:nvPr/>
        </p:nvGrpSpPr>
        <p:grpSpPr>
          <a:xfrm flipH="1" flipV="1">
            <a:off x="1707083" y="4546456"/>
            <a:ext cx="1105803" cy="815646"/>
            <a:chOff x="-1604504" y="2147667"/>
            <a:chExt cx="3687215" cy="2719712"/>
          </a:xfrm>
        </p:grpSpPr>
        <p:cxnSp>
          <p:nvCxnSpPr>
            <p:cNvPr id="38" name="直接连接符 37"/>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39" name="直接连接符 38"/>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grpSp>
        <p:nvGrpSpPr>
          <p:cNvPr id="40" name="组合 39"/>
          <p:cNvGrpSpPr/>
          <p:nvPr/>
        </p:nvGrpSpPr>
        <p:grpSpPr>
          <a:xfrm>
            <a:off x="4764013" y="1672261"/>
            <a:ext cx="804581" cy="804581"/>
            <a:chOff x="3685832" y="623962"/>
            <a:chExt cx="739840" cy="739840"/>
          </a:xfrm>
        </p:grpSpPr>
        <p:sp>
          <p:nvSpPr>
            <p:cNvPr id="44" name="椭圆 43"/>
            <p:cNvSpPr/>
            <p:nvPr/>
          </p:nvSpPr>
          <p:spPr>
            <a:xfrm>
              <a:off x="3685832" y="623962"/>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E93F30"/>
                </a:solidFill>
                <a:effectLst/>
                <a:uLnTx/>
                <a:uFillTx/>
                <a:latin typeface="阿里巴巴普惠体"/>
                <a:ea typeface="微软雅黑"/>
                <a:sym typeface="阿里巴巴普惠体"/>
              </a:endParaRPr>
            </a:p>
          </p:txBody>
        </p:sp>
        <p:sp>
          <p:nvSpPr>
            <p:cNvPr id="45" name="TextBox 7"/>
            <p:cNvSpPr txBox="1"/>
            <p:nvPr/>
          </p:nvSpPr>
          <p:spPr>
            <a:xfrm>
              <a:off x="3717320" y="687170"/>
              <a:ext cx="676868" cy="613427"/>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阿里巴巴普惠体"/>
                  <a:ea typeface="微软雅黑"/>
                  <a:sym typeface="阿里巴巴普惠体"/>
                </a:rPr>
                <a:t>01</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阿里巴巴普惠体"/>
                <a:ea typeface="微软雅黑"/>
                <a:sym typeface="阿里巴巴普惠体"/>
              </a:endParaRPr>
            </a:p>
          </p:txBody>
        </p:sp>
      </p:grpSp>
      <p:grpSp>
        <p:nvGrpSpPr>
          <p:cNvPr id="46" name="组合 45"/>
          <p:cNvGrpSpPr/>
          <p:nvPr/>
        </p:nvGrpSpPr>
        <p:grpSpPr>
          <a:xfrm>
            <a:off x="4764013" y="3238838"/>
            <a:ext cx="804581" cy="804581"/>
            <a:chOff x="3685832" y="1673493"/>
            <a:chExt cx="739840" cy="739840"/>
          </a:xfrm>
        </p:grpSpPr>
        <p:sp>
          <p:nvSpPr>
            <p:cNvPr id="47" name="椭圆 46"/>
            <p:cNvSpPr/>
            <p:nvPr/>
          </p:nvSpPr>
          <p:spPr>
            <a:xfrm>
              <a:off x="3685832" y="1673493"/>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阿里巴巴普惠体"/>
                <a:ea typeface="微软雅黑"/>
                <a:sym typeface="阿里巴巴普惠体"/>
              </a:endParaRPr>
            </a:p>
          </p:txBody>
        </p:sp>
        <p:sp>
          <p:nvSpPr>
            <p:cNvPr id="48" name="TextBox 10"/>
            <p:cNvSpPr txBox="1"/>
            <p:nvPr/>
          </p:nvSpPr>
          <p:spPr>
            <a:xfrm>
              <a:off x="3717321" y="1736701"/>
              <a:ext cx="676868" cy="613427"/>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阿里巴巴普惠体"/>
                  <a:ea typeface="微软雅黑"/>
                  <a:sym typeface="阿里巴巴普惠体"/>
                </a:rPr>
                <a:t>02</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阿里巴巴普惠体"/>
                <a:ea typeface="微软雅黑"/>
                <a:sym typeface="阿里巴巴普惠体"/>
              </a:endParaRPr>
            </a:p>
          </p:txBody>
        </p:sp>
      </p:grpSp>
      <p:sp>
        <p:nvSpPr>
          <p:cNvPr id="52" name="矩形 51">
            <a:hlinkClick r:id="rId2" action="ppaction://hlinksldjump"/>
          </p:cNvPr>
          <p:cNvSpPr/>
          <p:nvPr/>
        </p:nvSpPr>
        <p:spPr>
          <a:xfrm>
            <a:off x="5678538" y="1764727"/>
            <a:ext cx="2759089" cy="502445"/>
          </a:xfrm>
          <a:prstGeom prst="rect">
            <a:avLst/>
          </a:prstGeom>
        </p:spPr>
        <p:txBody>
          <a:bodyPr wrap="none">
            <a:spAutoFit/>
          </a:bodyPr>
          <a:lstStyle/>
          <a:p>
            <a:pPr defTabSz="1219200"/>
            <a:r>
              <a:rPr lang="zh-CN" altLang="en-US" sz="2665" b="1" smtClean="0">
                <a:solidFill>
                  <a:srgbClr val="4D4D4D"/>
                </a:solidFill>
                <a:latin typeface="阿里巴巴普惠体"/>
                <a:ea typeface="微软雅黑"/>
                <a:cs typeface="方正姚体" panose="02010601030101010101" charset="-122"/>
                <a:sym typeface="阿里巴巴普惠体"/>
              </a:rPr>
              <a:t>课前篇  自主预习</a:t>
            </a:r>
            <a:endParaRPr lang="zh-CN" altLang="en-US" sz="2665" b="1" dirty="0">
              <a:solidFill>
                <a:srgbClr val="4D4D4D"/>
              </a:solidFill>
              <a:latin typeface="阿里巴巴普惠体"/>
              <a:ea typeface="微软雅黑"/>
              <a:cs typeface="方正姚体" panose="02010601030101010101" charset="-122"/>
              <a:sym typeface="阿里巴巴普惠体"/>
            </a:endParaRPr>
          </a:p>
        </p:txBody>
      </p:sp>
      <p:sp>
        <p:nvSpPr>
          <p:cNvPr id="53" name="矩形 52">
            <a:hlinkClick r:id="rId3" action="ppaction://hlinksldjump"/>
          </p:cNvPr>
          <p:cNvSpPr/>
          <p:nvPr/>
        </p:nvSpPr>
        <p:spPr>
          <a:xfrm>
            <a:off x="5678538" y="3349585"/>
            <a:ext cx="2759089" cy="502445"/>
          </a:xfrm>
          <a:prstGeom prst="rect">
            <a:avLst/>
          </a:prstGeom>
        </p:spPr>
        <p:txBody>
          <a:bodyPr wrap="none">
            <a:spAutoFit/>
          </a:bodyPr>
          <a:lstStyle/>
          <a:p>
            <a:pPr defTabSz="1219200"/>
            <a:r>
              <a:rPr lang="zh-CN" altLang="en-US" sz="2665" b="1" smtClean="0">
                <a:solidFill>
                  <a:srgbClr val="4D4D4D"/>
                </a:solidFill>
                <a:latin typeface="阿里巴巴普惠体"/>
                <a:ea typeface="微软雅黑"/>
                <a:cs typeface="方正姚体" panose="02010601030101010101" charset="-122"/>
                <a:sym typeface="阿里巴巴普惠体"/>
              </a:rPr>
              <a:t>课堂篇  探究学习</a:t>
            </a:r>
            <a:endParaRPr lang="zh-CN" altLang="en-US" sz="2665" b="1" dirty="0">
              <a:solidFill>
                <a:srgbClr val="4D4D4D"/>
              </a:solidFill>
              <a:latin typeface="阿里巴巴普惠体"/>
              <a:ea typeface="微软雅黑"/>
              <a:cs typeface="方正姚体" panose="02010601030101010101" charset="-122"/>
              <a:sym typeface="阿里巴巴普惠体"/>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407327"/>
            <a:ext cx="1620957" cy="610039"/>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en-US" sz="2800" smtClean="0">
                <a:solidFill>
                  <a:srgbClr val="CF5B1B"/>
                </a:solidFill>
                <a:latin typeface="阿里巴巴普惠体"/>
                <a:ea typeface="微软雅黑"/>
                <a:cs typeface="Times New Roman" panose="02020603050405020304" pitchFamily="18" charset="0"/>
                <a:sym typeface="阿里巴巴普惠体"/>
              </a:rPr>
              <a:t>课标阐释</a:t>
            </a:r>
            <a:endParaRPr lang="zh-CN" altLang="zh-CN" sz="2800">
              <a:solidFill>
                <a:srgbClr val="000000"/>
              </a:solidFill>
              <a:latin typeface="阿里巴巴普惠体"/>
              <a:ea typeface="微软雅黑"/>
              <a:cs typeface="Times New Roman" panose="02020603050405020304" pitchFamily="18" charset="0"/>
              <a:sym typeface="阿里巴巴普惠体"/>
            </a:endParaRPr>
          </a:p>
        </p:txBody>
      </p:sp>
      <p:sp>
        <p:nvSpPr>
          <p:cNvPr id="5" name="矩形 4"/>
          <p:cNvSpPr>
            <a:spLocks noChangeAspect="1"/>
          </p:cNvSpPr>
          <p:nvPr/>
        </p:nvSpPr>
        <p:spPr>
          <a:xfrm>
            <a:off x="381000" y="3181348"/>
            <a:ext cx="1620957" cy="610039"/>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en-US" sz="2800" smtClean="0">
                <a:solidFill>
                  <a:srgbClr val="CF5B1B"/>
                </a:solidFill>
                <a:latin typeface="阿里巴巴普惠体"/>
                <a:ea typeface="微软雅黑"/>
                <a:cs typeface="Times New Roman" panose="02020603050405020304" pitchFamily="18" charset="0"/>
                <a:sym typeface="阿里巴巴普惠体"/>
              </a:rPr>
              <a:t>思维脉络</a:t>
            </a:r>
            <a:endParaRPr lang="zh-CN" altLang="zh-CN" sz="2800">
              <a:solidFill>
                <a:srgbClr val="000000"/>
              </a:solidFill>
              <a:latin typeface="阿里巴巴普惠体"/>
              <a:ea typeface="微软雅黑"/>
              <a:cs typeface="Times New Roman" panose="02020603050405020304" pitchFamily="18" charset="0"/>
              <a:sym typeface="阿里巴巴普惠体"/>
            </a:endParaRPr>
          </a:p>
        </p:txBody>
      </p:sp>
      <p:sp>
        <p:nvSpPr>
          <p:cNvPr id="2" name="矩形 1"/>
          <p:cNvSpPr>
            <a:spLocks noChangeAspect="1"/>
          </p:cNvSpPr>
          <p:nvPr/>
        </p:nvSpPr>
        <p:spPr>
          <a:xfrm>
            <a:off x="381000" y="980369"/>
            <a:ext cx="11430000" cy="23329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阿里巴巴普惠体"/>
                <a:ea typeface="微软雅黑"/>
                <a:cs typeface="Times New Roman" panose="02020603050405020304" pitchFamily="18" charset="0"/>
                <a:sym typeface="阿里巴巴普惠体"/>
              </a:rPr>
              <a:t>1</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能通过任意角的三角函数的定义及平面上两点间的距离公式推导出两角差的余弦公式</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逻辑推理</a:t>
            </a:r>
            <a:r>
              <a:rPr lang="en-US" altLang="zh-CN" sz="2800"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latin typeface="阿里巴巴普惠体"/>
              <a:ea typeface="微软雅黑"/>
              <a:cs typeface="Times New Roman" panose="02020603050405020304" pitchFamily="18" charset="0"/>
              <a:sym typeface="阿里巴巴普惠体"/>
            </a:endParaRPr>
          </a:p>
          <a:p>
            <a:pPr>
              <a:lnSpc>
                <a:spcPct val="130000"/>
              </a:lnSpc>
            </a:pPr>
            <a:r>
              <a:rPr lang="en-US" altLang="zh-CN" sz="2800" b="1" dirty="0">
                <a:solidFill>
                  <a:srgbClr val="000000"/>
                </a:solidFill>
                <a:latin typeface="阿里巴巴普惠体"/>
                <a:ea typeface="微软雅黑"/>
                <a:sym typeface="阿里巴巴普惠体"/>
              </a:rPr>
              <a:t>2</a:t>
            </a:r>
            <a:r>
              <a:rPr lang="en-US" altLang="zh-CN" sz="2800" i="1" dirty="0">
                <a:solidFill>
                  <a:srgbClr val="000000"/>
                </a:solidFill>
                <a:latin typeface="阿里巴巴普惠体"/>
                <a:ea typeface="微软雅黑"/>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理解两角差的余弦公式的结构形式</a:t>
            </a:r>
            <a:r>
              <a:rPr lang="en-US" altLang="zh-CN" sz="2800" dirty="0">
                <a:solidFill>
                  <a:srgbClr val="000000"/>
                </a:solidFill>
                <a:latin typeface="阿里巴巴普惠体"/>
                <a:ea typeface="微软雅黑"/>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并能利用公式进行简单的化简、求值</a:t>
            </a:r>
            <a:r>
              <a:rPr lang="en-US" altLang="zh-CN" sz="2800" i="1" dirty="0">
                <a:solidFill>
                  <a:srgbClr val="000000"/>
                </a:solidFill>
                <a:latin typeface="阿里巴巴普惠体"/>
                <a:ea typeface="微软雅黑"/>
                <a:sym typeface="阿里巴巴普惠体"/>
              </a:rPr>
              <a:t>.</a:t>
            </a:r>
            <a:r>
              <a:rPr lang="en-US" altLang="zh-CN" sz="2800" dirty="0">
                <a:solidFill>
                  <a:srgbClr val="000000"/>
                </a:solidFill>
                <a:latin typeface="阿里巴巴普惠体"/>
                <a:ea typeface="微软雅黑"/>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数学运算</a:t>
            </a:r>
            <a:r>
              <a:rPr lang="en-US" altLang="zh-CN" sz="2800" dirty="0">
                <a:solidFill>
                  <a:srgbClr val="000000"/>
                </a:solidFill>
                <a:latin typeface="阿里巴巴普惠体"/>
                <a:ea typeface="微软雅黑"/>
                <a:sym typeface="阿里巴巴普惠体"/>
              </a:rPr>
              <a:t>)</a:t>
            </a:r>
            <a:endParaRPr lang="zh-CN" altLang="en-US" sz="2800" dirty="0">
              <a:latin typeface="阿里巴巴普惠体"/>
              <a:ea typeface="微软雅黑"/>
              <a:sym typeface="阿里巴巴普惠体"/>
            </a:endParaRPr>
          </a:p>
        </p:txBody>
      </p:sp>
      <p:pic>
        <p:nvPicPr>
          <p:cNvPr id="6" name="A214.eps"/>
          <p:cNvPicPr/>
          <p:nvPr/>
        </p:nvPicPr>
        <p:blipFill>
          <a:blip r:embed="rId2"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3211173" y="3467869"/>
            <a:ext cx="4997878" cy="2558831"/>
          </a:xfrm>
          <a:prstGeom prst="rect">
            <a:avLst/>
          </a:prstGeom>
        </p:spPr>
      </p:pic>
    </p:spTree>
    <p:extLst>
      <p:ext uri="{BB962C8B-B14F-4D97-AF65-F5344CB8AC3E}">
        <p14:creationId xmlns:p14="http://schemas.microsoft.com/office/powerpoint/2010/main" val="42742557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1940601"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879736"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55261" y="2585720"/>
            <a:ext cx="6252845" cy="922020"/>
          </a:xfrm>
          <a:prstGeom prst="rect">
            <a:avLst/>
          </a:prstGeom>
          <a:noFill/>
        </p:spPr>
        <p:txBody>
          <a:bodyPr wrap="square" rtlCol="0">
            <a:spAutoFit/>
          </a:bodyPr>
          <a:lstStyle/>
          <a:p>
            <a:pPr algn="ctr"/>
            <a:r>
              <a:rPr lang="zh-CN" altLang="en-US" sz="5400" b="1" smtClean="0">
                <a:solidFill>
                  <a:srgbClr val="4D4D4D"/>
                </a:solidFill>
                <a:latin typeface="阿里巴巴普惠体"/>
                <a:ea typeface="微软雅黑"/>
                <a:cs typeface="方正姚体" panose="02010601030101010101" charset="-122"/>
                <a:sym typeface="阿里巴巴普惠体"/>
              </a:rPr>
              <a:t>课前篇  自主预习</a:t>
            </a:r>
            <a:endParaRPr lang="zh-CN" altLang="en-US" sz="5400" b="1">
              <a:solidFill>
                <a:srgbClr val="4D4D4D"/>
              </a:solidFill>
              <a:latin typeface="阿里巴巴普惠体"/>
              <a:ea typeface="微软雅黑"/>
              <a:cs typeface="方正姚体" panose="02010601030101010101" charset="-122"/>
              <a:sym typeface="阿里巴巴普惠体"/>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412286"/>
            <a:ext cx="8567791" cy="2793072"/>
          </a:xfrm>
          <a:prstGeom prst="rect">
            <a:avLst/>
          </a:prstGeom>
        </p:spPr>
        <p:txBody>
          <a:bodyPr wrap="square">
            <a:spAutoFit/>
          </a:bodyPr>
          <a:lstStyle/>
          <a:p>
            <a:pPr>
              <a:lnSpc>
                <a:spcPct val="130000"/>
              </a:lnSpc>
              <a:spcAft>
                <a:spcPts val="0"/>
              </a:spcAft>
              <a:tabLst>
                <a:tab pos="1188085" algn="l"/>
                <a:tab pos="2163445" algn="l"/>
                <a:tab pos="3142615" algn="l"/>
                <a:tab pos="4190365" algn="l"/>
              </a:tabLst>
            </a:pPr>
            <a:r>
              <a:rPr lang="en-US" altLang="zh-CN" sz="2700">
                <a:solidFill>
                  <a:srgbClr val="CF5B1B"/>
                </a:solidFill>
                <a:latin typeface="阿里巴巴普惠体"/>
                <a:ea typeface="微软雅黑"/>
                <a:cs typeface="Times New Roman" panose="02020603050405020304" pitchFamily="18" charset="0"/>
                <a:sym typeface="阿里巴巴普惠体"/>
              </a:rPr>
              <a:t>[</a:t>
            </a:r>
            <a:r>
              <a:rPr lang="zh-CN" altLang="zh-CN" sz="2700">
                <a:solidFill>
                  <a:srgbClr val="CF5B1B"/>
                </a:solidFill>
                <a:latin typeface="阿里巴巴普惠体"/>
                <a:ea typeface="微软雅黑"/>
                <a:cs typeface="Times New Roman" panose="02020603050405020304" pitchFamily="18" charset="0"/>
                <a:sym typeface="阿里巴巴普惠体"/>
              </a:rPr>
              <a:t>激趣诱思</a:t>
            </a:r>
            <a:r>
              <a:rPr lang="en-US" altLang="zh-CN" sz="2700">
                <a:solidFill>
                  <a:srgbClr val="CF5B1B"/>
                </a:solidFill>
                <a:latin typeface="阿里巴巴普惠体"/>
                <a:ea typeface="微软雅黑"/>
                <a:cs typeface="Times New Roman" panose="02020603050405020304" pitchFamily="18" charset="0"/>
                <a:sym typeface="阿里巴巴普惠体"/>
              </a:rPr>
              <a:t>]</a:t>
            </a:r>
            <a:endParaRPr lang="zh-CN" altLang="zh-CN" sz="270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zh-CN" altLang="zh-CN" sz="2700">
                <a:solidFill>
                  <a:srgbClr val="000000"/>
                </a:solidFill>
                <a:latin typeface="阿里巴巴普惠体"/>
                <a:ea typeface="微软雅黑"/>
                <a:cs typeface="Times New Roman" panose="02020603050405020304" pitchFamily="18" charset="0"/>
                <a:sym typeface="阿里巴巴普惠体"/>
              </a:rPr>
              <a:t>彩虹是气象中的一种光学现象</a:t>
            </a:r>
            <a:r>
              <a:rPr lang="en-US" altLang="zh-CN" sz="2700">
                <a:solidFill>
                  <a:srgbClr val="000000"/>
                </a:solidFill>
                <a:latin typeface="阿里巴巴普惠体"/>
                <a:ea typeface="微软雅黑"/>
                <a:cs typeface="Times New Roman" panose="02020603050405020304" pitchFamily="18" charset="0"/>
                <a:sym typeface="阿里巴巴普惠体"/>
              </a:rPr>
              <a:t>,</a:t>
            </a:r>
            <a:r>
              <a:rPr lang="zh-CN" altLang="zh-CN" sz="2700">
                <a:solidFill>
                  <a:srgbClr val="000000"/>
                </a:solidFill>
                <a:latin typeface="阿里巴巴普惠体"/>
                <a:ea typeface="微软雅黑"/>
                <a:cs typeface="Times New Roman" panose="02020603050405020304" pitchFamily="18" charset="0"/>
                <a:sym typeface="阿里巴巴普惠体"/>
              </a:rPr>
              <a:t>当太阳光照射到半空中的水滴</a:t>
            </a:r>
            <a:r>
              <a:rPr lang="en-US" altLang="zh-CN" sz="2700">
                <a:solidFill>
                  <a:srgbClr val="000000"/>
                </a:solidFill>
                <a:latin typeface="阿里巴巴普惠体"/>
                <a:ea typeface="微软雅黑"/>
                <a:cs typeface="Times New Roman" panose="02020603050405020304" pitchFamily="18" charset="0"/>
                <a:sym typeface="阿里巴巴普惠体"/>
              </a:rPr>
              <a:t>,</a:t>
            </a:r>
            <a:r>
              <a:rPr lang="zh-CN" altLang="zh-CN" sz="2700">
                <a:solidFill>
                  <a:srgbClr val="000000"/>
                </a:solidFill>
                <a:latin typeface="阿里巴巴普惠体"/>
                <a:ea typeface="微软雅黑"/>
                <a:cs typeface="Times New Roman" panose="02020603050405020304" pitchFamily="18" charset="0"/>
                <a:sym typeface="阿里巴巴普惠体"/>
              </a:rPr>
              <a:t>光线被折射及反射</a:t>
            </a:r>
            <a:r>
              <a:rPr lang="en-US" altLang="zh-CN" sz="2700">
                <a:solidFill>
                  <a:srgbClr val="000000"/>
                </a:solidFill>
                <a:latin typeface="阿里巴巴普惠体"/>
                <a:ea typeface="微软雅黑"/>
                <a:cs typeface="Times New Roman" panose="02020603050405020304" pitchFamily="18" charset="0"/>
                <a:sym typeface="阿里巴巴普惠体"/>
              </a:rPr>
              <a:t>,</a:t>
            </a:r>
            <a:r>
              <a:rPr lang="zh-CN" altLang="zh-CN" sz="2700">
                <a:solidFill>
                  <a:srgbClr val="000000"/>
                </a:solidFill>
                <a:latin typeface="阿里巴巴普惠体"/>
                <a:ea typeface="微软雅黑"/>
                <a:cs typeface="Times New Roman" panose="02020603050405020304" pitchFamily="18" charset="0"/>
                <a:sym typeface="阿里巴巴普惠体"/>
              </a:rPr>
              <a:t>在天空中形成拱形的七彩光谱</a:t>
            </a:r>
            <a:r>
              <a:rPr lang="en-US" altLang="zh-CN" sz="2700">
                <a:solidFill>
                  <a:srgbClr val="000000"/>
                </a:solidFill>
                <a:latin typeface="阿里巴巴普惠体"/>
                <a:ea typeface="微软雅黑"/>
                <a:cs typeface="Times New Roman" panose="02020603050405020304" pitchFamily="18" charset="0"/>
                <a:sym typeface="阿里巴巴普惠体"/>
              </a:rPr>
              <a:t>,</a:t>
            </a:r>
            <a:r>
              <a:rPr lang="zh-CN" altLang="zh-CN" sz="2700">
                <a:solidFill>
                  <a:srgbClr val="000000"/>
                </a:solidFill>
                <a:latin typeface="阿里巴巴普惠体"/>
                <a:ea typeface="微软雅黑"/>
                <a:cs typeface="Times New Roman" panose="02020603050405020304" pitchFamily="18" charset="0"/>
                <a:sym typeface="阿里巴巴普惠体"/>
              </a:rPr>
              <a:t>由外圈至内圈呈红、橙、黄、绿、蓝、靛、紫七种颜色</a:t>
            </a:r>
            <a:r>
              <a:rPr lang="en-US" altLang="zh-CN" sz="2700" i="1">
                <a:solidFill>
                  <a:srgbClr val="000000"/>
                </a:solidFill>
                <a:latin typeface="阿里巴巴普惠体"/>
                <a:ea typeface="微软雅黑"/>
                <a:cs typeface="Times New Roman" panose="02020603050405020304" pitchFamily="18" charset="0"/>
                <a:sym typeface="阿里巴巴普惠体"/>
              </a:rPr>
              <a:t>.</a:t>
            </a:r>
            <a:r>
              <a:rPr lang="zh-CN" altLang="zh-CN" sz="2700">
                <a:solidFill>
                  <a:srgbClr val="000000"/>
                </a:solidFill>
                <a:latin typeface="阿里巴巴普惠体"/>
                <a:ea typeface="微软雅黑"/>
                <a:cs typeface="Times New Roman" panose="02020603050405020304" pitchFamily="18" charset="0"/>
                <a:sym typeface="阿里巴巴普惠体"/>
              </a:rPr>
              <a:t>事实上彩虹有无数种颜色</a:t>
            </a:r>
            <a:r>
              <a:rPr lang="en-US" altLang="zh-CN" sz="2700">
                <a:solidFill>
                  <a:srgbClr val="000000"/>
                </a:solidFill>
                <a:latin typeface="阿里巴巴普惠体"/>
                <a:ea typeface="微软雅黑"/>
                <a:cs typeface="Times New Roman" panose="02020603050405020304" pitchFamily="18" charset="0"/>
                <a:sym typeface="阿里巴巴普惠体"/>
              </a:rPr>
              <a:t>,</a:t>
            </a:r>
            <a:r>
              <a:rPr lang="zh-CN" altLang="zh-CN" sz="2700">
                <a:solidFill>
                  <a:srgbClr val="000000"/>
                </a:solidFill>
                <a:latin typeface="阿里巴巴普惠体"/>
                <a:ea typeface="微软雅黑"/>
                <a:cs typeface="Times New Roman" panose="02020603050405020304" pitchFamily="18" charset="0"/>
                <a:sym typeface="阿里巴巴普惠体"/>
              </a:rPr>
              <a:t>比如</a:t>
            </a:r>
            <a:r>
              <a:rPr lang="en-US" altLang="zh-CN" sz="2700">
                <a:solidFill>
                  <a:srgbClr val="000000"/>
                </a:solidFill>
                <a:latin typeface="阿里巴巴普惠体"/>
                <a:ea typeface="微软雅黑"/>
                <a:cs typeface="Times New Roman" panose="02020603050405020304" pitchFamily="18" charset="0"/>
                <a:sym typeface="阿里巴巴普惠体"/>
              </a:rPr>
              <a:t>,</a:t>
            </a:r>
            <a:r>
              <a:rPr lang="zh-CN" altLang="zh-CN" sz="2700">
                <a:solidFill>
                  <a:srgbClr val="000000"/>
                </a:solidFill>
                <a:latin typeface="阿里巴巴普惠体"/>
                <a:ea typeface="微软雅黑"/>
                <a:cs typeface="Times New Roman" panose="02020603050405020304" pitchFamily="18" charset="0"/>
                <a:sym typeface="阿里巴巴普惠体"/>
              </a:rPr>
              <a:t>在红色和</a:t>
            </a:r>
            <a:r>
              <a:rPr lang="zh-CN" altLang="zh-CN" sz="2700" smtClean="0">
                <a:solidFill>
                  <a:srgbClr val="000000"/>
                </a:solidFill>
                <a:latin typeface="阿里巴巴普惠体"/>
                <a:ea typeface="微软雅黑"/>
                <a:cs typeface="Times New Roman" panose="02020603050405020304" pitchFamily="18" charset="0"/>
                <a:sym typeface="阿里巴巴普惠体"/>
              </a:rPr>
              <a:t>橙色</a:t>
            </a:r>
            <a:r>
              <a:rPr lang="zh-CN" altLang="zh-CN" sz="2700">
                <a:solidFill>
                  <a:srgbClr val="000000"/>
                </a:solidFill>
                <a:latin typeface="阿里巴巴普惠体"/>
                <a:ea typeface="微软雅黑"/>
                <a:cs typeface="Times New Roman" panose="02020603050405020304" pitchFamily="18" charset="0"/>
                <a:sym typeface="阿里巴巴普惠体"/>
              </a:rPr>
              <a:t>之间</a:t>
            </a:r>
            <a:r>
              <a:rPr lang="zh-CN" altLang="zh-CN" sz="2700" smtClean="0">
                <a:solidFill>
                  <a:srgbClr val="000000"/>
                </a:solidFill>
                <a:latin typeface="阿里巴巴普惠体"/>
                <a:ea typeface="微软雅黑"/>
                <a:cs typeface="Times New Roman" panose="02020603050405020304" pitchFamily="18" charset="0"/>
                <a:sym typeface="阿里巴巴普惠体"/>
              </a:rPr>
              <a:t>还有</a:t>
            </a:r>
            <a:endParaRPr lang="zh-CN" altLang="zh-CN" sz="2700">
              <a:solidFill>
                <a:srgbClr val="000000"/>
              </a:solidFill>
              <a:effectLst/>
              <a:latin typeface="阿里巴巴普惠体"/>
              <a:ea typeface="微软雅黑"/>
              <a:cs typeface="Times New Roman" panose="02020603050405020304" pitchFamily="18" charset="0"/>
              <a:sym typeface="阿里巴巴普惠体"/>
            </a:endParaRPr>
          </a:p>
        </p:txBody>
      </p:sp>
      <p:pic>
        <p:nvPicPr>
          <p:cNvPr id="3" name="A215.eps" descr="id:2147516317;FounderCES"/>
          <p:cNvPicPr/>
          <p:nvPr/>
        </p:nvPicPr>
        <p:blipFill>
          <a:blip r:embed="rId2" cstate="email">
            <a:extLst>
              <a:ext uri="{28A0092B-C50C-407E-A947-70E740481C1C}">
                <a14:useLocalDpi xmlns:a14="http://schemas.microsoft.com/office/drawing/2010/main"/>
              </a:ext>
            </a:extLst>
          </a:blip>
          <a:stretch>
            <a:fillRect/>
          </a:stretch>
        </p:blipFill>
        <p:spPr>
          <a:xfrm>
            <a:off x="8873439" y="1102911"/>
            <a:ext cx="2828825" cy="1711779"/>
          </a:xfrm>
          <a:prstGeom prst="rect">
            <a:avLst/>
          </a:prstGeom>
        </p:spPr>
      </p:pic>
      <p:sp>
        <p:nvSpPr>
          <p:cNvPr id="4" name="矩形 3"/>
          <p:cNvSpPr>
            <a:spLocks noChangeAspect="1"/>
          </p:cNvSpPr>
          <p:nvPr/>
        </p:nvSpPr>
        <p:spPr>
          <a:xfrm>
            <a:off x="381000" y="3089629"/>
            <a:ext cx="11430000" cy="2793072"/>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700">
                <a:solidFill>
                  <a:srgbClr val="000000"/>
                </a:solidFill>
                <a:latin typeface="阿里巴巴普惠体"/>
                <a:ea typeface="微软雅黑"/>
                <a:cs typeface="Times New Roman" panose="02020603050405020304" pitchFamily="18" charset="0"/>
                <a:sym typeface="阿里巴巴普惠体"/>
              </a:rPr>
              <a:t>许多</a:t>
            </a:r>
            <a:r>
              <a:rPr lang="zh-CN" altLang="zh-CN" sz="2700" smtClean="0">
                <a:solidFill>
                  <a:srgbClr val="000000"/>
                </a:solidFill>
                <a:latin typeface="阿里巴巴普惠体"/>
                <a:ea typeface="微软雅黑"/>
                <a:cs typeface="Times New Roman" panose="02020603050405020304" pitchFamily="18" charset="0"/>
                <a:sym typeface="阿里巴巴普惠体"/>
              </a:rPr>
              <a:t>种</a:t>
            </a:r>
            <a:r>
              <a:rPr lang="zh-CN" altLang="zh-CN" sz="2700">
                <a:solidFill>
                  <a:srgbClr val="000000"/>
                </a:solidFill>
                <a:latin typeface="阿里巴巴普惠体"/>
                <a:ea typeface="微软雅黑"/>
                <a:cs typeface="Times New Roman" panose="02020603050405020304" pitchFamily="18" charset="0"/>
                <a:sym typeface="阿里巴巴普惠体"/>
              </a:rPr>
              <a:t>细微差别的颜色</a:t>
            </a:r>
            <a:r>
              <a:rPr lang="en-US" altLang="zh-CN" sz="2700">
                <a:solidFill>
                  <a:srgbClr val="000000"/>
                </a:solidFill>
                <a:latin typeface="阿里巴巴普惠体"/>
                <a:ea typeface="微软雅黑"/>
                <a:cs typeface="Times New Roman" panose="02020603050405020304" pitchFamily="18" charset="0"/>
                <a:sym typeface="阿里巴巴普惠体"/>
              </a:rPr>
              <a:t>,</a:t>
            </a:r>
            <a:r>
              <a:rPr lang="zh-CN" altLang="zh-CN" sz="2700">
                <a:solidFill>
                  <a:srgbClr val="000000"/>
                </a:solidFill>
                <a:latin typeface="阿里巴巴普惠体"/>
                <a:ea typeface="微软雅黑"/>
                <a:cs typeface="Times New Roman" panose="02020603050405020304" pitchFamily="18" charset="0"/>
                <a:sym typeface="阿里巴巴普惠体"/>
              </a:rPr>
              <a:t>但为了简便起见</a:t>
            </a:r>
            <a:r>
              <a:rPr lang="en-US" altLang="zh-CN" sz="2700">
                <a:solidFill>
                  <a:srgbClr val="000000"/>
                </a:solidFill>
                <a:latin typeface="阿里巴巴普惠体"/>
                <a:ea typeface="微软雅黑"/>
                <a:cs typeface="Times New Roman" panose="02020603050405020304" pitchFamily="18" charset="0"/>
                <a:sym typeface="阿里巴巴普惠体"/>
              </a:rPr>
              <a:t>,</a:t>
            </a:r>
            <a:r>
              <a:rPr lang="zh-CN" altLang="zh-CN" sz="2700">
                <a:solidFill>
                  <a:srgbClr val="000000"/>
                </a:solidFill>
                <a:latin typeface="阿里巴巴普惠体"/>
                <a:ea typeface="微软雅黑"/>
                <a:cs typeface="Times New Roman" panose="02020603050405020304" pitchFamily="18" charset="0"/>
                <a:sym typeface="阿里巴巴普惠体"/>
              </a:rPr>
              <a:t>所以只用七种颜色作为区别</a:t>
            </a:r>
            <a:r>
              <a:rPr lang="en-US" altLang="zh-CN" sz="2700" i="1">
                <a:solidFill>
                  <a:srgbClr val="000000"/>
                </a:solidFill>
                <a:latin typeface="阿里巴巴普惠体"/>
                <a:ea typeface="微软雅黑"/>
                <a:cs typeface="Times New Roman" panose="02020603050405020304" pitchFamily="18" charset="0"/>
                <a:sym typeface="阿里巴巴普惠体"/>
              </a:rPr>
              <a:t>.</a:t>
            </a:r>
            <a:endParaRPr lang="zh-CN" altLang="zh-CN" sz="270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zh-CN" altLang="zh-CN" sz="2700">
                <a:solidFill>
                  <a:srgbClr val="000000"/>
                </a:solidFill>
                <a:latin typeface="阿里巴巴普惠体"/>
                <a:ea typeface="微软雅黑"/>
                <a:cs typeface="Times New Roman" panose="02020603050405020304" pitchFamily="18" charset="0"/>
                <a:sym typeface="阿里巴巴普惠体"/>
              </a:rPr>
              <a:t>而在空气中各种不同光波的叠加让我们感觉到的光是没有色彩的</a:t>
            </a:r>
            <a:r>
              <a:rPr lang="en-US" altLang="zh-CN" sz="2700" i="1">
                <a:solidFill>
                  <a:srgbClr val="000000"/>
                </a:solidFill>
                <a:latin typeface="阿里巴巴普惠体"/>
                <a:ea typeface="微软雅黑"/>
                <a:cs typeface="Times New Roman" panose="02020603050405020304" pitchFamily="18" charset="0"/>
                <a:sym typeface="阿里巴巴普惠体"/>
              </a:rPr>
              <a:t>.</a:t>
            </a:r>
            <a:r>
              <a:rPr lang="zh-CN" altLang="zh-CN" sz="2700">
                <a:solidFill>
                  <a:srgbClr val="000000"/>
                </a:solidFill>
                <a:latin typeface="阿里巴巴普惠体"/>
                <a:ea typeface="微软雅黑"/>
                <a:cs typeface="Times New Roman" panose="02020603050405020304" pitchFamily="18" charset="0"/>
                <a:sym typeface="阿里巴巴普惠体"/>
              </a:rPr>
              <a:t>实际上光波的叠加就像是许多正弦函数、余弦函数图象的叠加</a:t>
            </a:r>
            <a:r>
              <a:rPr lang="en-US" altLang="zh-CN" sz="2700" i="1">
                <a:solidFill>
                  <a:srgbClr val="000000"/>
                </a:solidFill>
                <a:latin typeface="阿里巴巴普惠体"/>
                <a:ea typeface="微软雅黑"/>
                <a:cs typeface="Times New Roman" panose="02020603050405020304" pitchFamily="18" charset="0"/>
                <a:sym typeface="阿里巴巴普惠体"/>
              </a:rPr>
              <a:t>.</a:t>
            </a:r>
            <a:r>
              <a:rPr lang="zh-CN" altLang="zh-CN" sz="2700">
                <a:solidFill>
                  <a:srgbClr val="000000"/>
                </a:solidFill>
                <a:latin typeface="阿里巴巴普惠体"/>
                <a:ea typeface="微软雅黑"/>
                <a:cs typeface="Times New Roman" panose="02020603050405020304" pitchFamily="18" charset="0"/>
                <a:sym typeface="阿里巴巴普惠体"/>
              </a:rPr>
              <a:t>物理学中的干涉实验实际上就是将正弦波、余弦波相加减后形成新的波形</a:t>
            </a:r>
            <a:r>
              <a:rPr lang="en-US" altLang="zh-CN" sz="2700">
                <a:solidFill>
                  <a:srgbClr val="000000"/>
                </a:solidFill>
                <a:latin typeface="阿里巴巴普惠体"/>
                <a:ea typeface="微软雅黑"/>
                <a:cs typeface="Times New Roman" panose="02020603050405020304" pitchFamily="18" charset="0"/>
                <a:sym typeface="阿里巴巴普惠体"/>
              </a:rPr>
              <a:t>,</a:t>
            </a:r>
            <a:r>
              <a:rPr lang="zh-CN" altLang="zh-CN" sz="2700">
                <a:solidFill>
                  <a:srgbClr val="000000"/>
                </a:solidFill>
                <a:latin typeface="阿里巴巴普惠体"/>
                <a:ea typeface="微软雅黑"/>
                <a:cs typeface="Times New Roman" panose="02020603050405020304" pitchFamily="18" charset="0"/>
                <a:sym typeface="阿里巴巴普惠体"/>
              </a:rPr>
              <a:t>从而形成明暗相间的条纹</a:t>
            </a:r>
            <a:r>
              <a:rPr lang="en-US" altLang="zh-CN" sz="2700" i="1">
                <a:solidFill>
                  <a:srgbClr val="000000"/>
                </a:solidFill>
                <a:latin typeface="阿里巴巴普惠体"/>
                <a:ea typeface="微软雅黑"/>
                <a:cs typeface="Times New Roman" panose="02020603050405020304" pitchFamily="18" charset="0"/>
                <a:sym typeface="阿里巴巴普惠体"/>
              </a:rPr>
              <a:t>.</a:t>
            </a:r>
            <a:r>
              <a:rPr lang="zh-CN" altLang="zh-CN" sz="2700">
                <a:solidFill>
                  <a:srgbClr val="000000"/>
                </a:solidFill>
                <a:latin typeface="阿里巴巴普惠体"/>
                <a:ea typeface="微软雅黑"/>
                <a:cs typeface="Times New Roman" panose="02020603050405020304" pitchFamily="18" charset="0"/>
                <a:sym typeface="阿里巴巴普惠体"/>
              </a:rPr>
              <a:t>而要深入研究这些问题</a:t>
            </a:r>
            <a:r>
              <a:rPr lang="en-US" altLang="zh-CN" sz="2700">
                <a:solidFill>
                  <a:srgbClr val="000000"/>
                </a:solidFill>
                <a:latin typeface="阿里巴巴普惠体"/>
                <a:ea typeface="微软雅黑"/>
                <a:cs typeface="Times New Roman" panose="02020603050405020304" pitchFamily="18" charset="0"/>
                <a:sym typeface="阿里巴巴普惠体"/>
              </a:rPr>
              <a:t>,</a:t>
            </a:r>
            <a:r>
              <a:rPr lang="zh-CN" altLang="zh-CN" sz="2700">
                <a:solidFill>
                  <a:srgbClr val="000000"/>
                </a:solidFill>
                <a:latin typeface="阿里巴巴普惠体"/>
                <a:ea typeface="微软雅黑"/>
                <a:cs typeface="Times New Roman" panose="02020603050405020304" pitchFamily="18" charset="0"/>
                <a:sym typeface="阿里巴巴普惠体"/>
              </a:rPr>
              <a:t>则离不开两角和与差的三角函数等公式</a:t>
            </a:r>
            <a:r>
              <a:rPr lang="en-US" altLang="zh-CN" sz="2700" i="1">
                <a:solidFill>
                  <a:srgbClr val="000000"/>
                </a:solidFill>
                <a:latin typeface="阿里巴巴普惠体"/>
                <a:ea typeface="微软雅黑"/>
                <a:cs typeface="Times New Roman" panose="02020603050405020304" pitchFamily="18" charset="0"/>
                <a:sym typeface="阿里巴巴普惠体"/>
              </a:rPr>
              <a:t>.</a:t>
            </a:r>
            <a:endParaRPr lang="zh-CN" altLang="zh-CN" sz="2700">
              <a:solidFill>
                <a:srgbClr val="000000"/>
              </a:solidFill>
              <a:latin typeface="阿里巴巴普惠体"/>
              <a:ea typeface="微软雅黑"/>
              <a:cs typeface="Times New Roman" panose="02020603050405020304" pitchFamily="18" charset="0"/>
              <a:sym typeface="阿里巴巴普惠体"/>
            </a:endParaRPr>
          </a:p>
        </p:txBody>
      </p:sp>
    </p:spTree>
    <p:extLst>
      <p:ext uri="{BB962C8B-B14F-4D97-AF65-F5344CB8AC3E}">
        <p14:creationId xmlns:p14="http://schemas.microsoft.com/office/powerpoint/2010/main" val="21953723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94495"/>
            <a:ext cx="1925527" cy="610039"/>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en-US" altLang="zh-CN" sz="2800">
                <a:solidFill>
                  <a:srgbClr val="CF5B1B"/>
                </a:solidFill>
                <a:latin typeface="阿里巴巴普惠体"/>
                <a:ea typeface="微软雅黑"/>
                <a:cs typeface="Times New Roman" panose="02020603050405020304" pitchFamily="18" charset="0"/>
                <a:sym typeface="阿里巴巴普惠体"/>
              </a:rPr>
              <a:t>[</a:t>
            </a:r>
            <a:r>
              <a:rPr lang="zh-CN" altLang="zh-CN" sz="2800">
                <a:solidFill>
                  <a:srgbClr val="CF5B1B"/>
                </a:solidFill>
                <a:latin typeface="阿里巴巴普惠体"/>
                <a:ea typeface="微软雅黑"/>
                <a:cs typeface="Times New Roman" panose="02020603050405020304" pitchFamily="18" charset="0"/>
                <a:sym typeface="阿里巴巴普惠体"/>
              </a:rPr>
              <a:t>知识点拨</a:t>
            </a:r>
            <a:r>
              <a:rPr lang="en-US" altLang="zh-CN" sz="2800" smtClean="0">
                <a:solidFill>
                  <a:srgbClr val="CF5B1B"/>
                </a:solidFill>
                <a:latin typeface="阿里巴巴普惠体"/>
                <a:ea typeface="微软雅黑"/>
                <a:cs typeface="Times New Roman" panose="02020603050405020304" pitchFamily="18" charset="0"/>
                <a:sym typeface="阿里巴巴普惠体"/>
              </a:rPr>
              <a:t>] </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p:txBody>
      </p:sp>
      <p:sp>
        <p:nvSpPr>
          <p:cNvPr id="3" name="矩形 2"/>
          <p:cNvSpPr>
            <a:spLocks noChangeAspect="1"/>
          </p:cNvSpPr>
          <p:nvPr/>
        </p:nvSpPr>
        <p:spPr>
          <a:xfrm>
            <a:off x="381000" y="1076432"/>
            <a:ext cx="11430000" cy="508613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000000"/>
                </a:solidFill>
                <a:latin typeface="阿里巴巴普惠体"/>
                <a:ea typeface="微软雅黑"/>
                <a:cs typeface="Times New Roman" panose="02020603050405020304" pitchFamily="18" charset="0"/>
                <a:sym typeface="阿里巴巴普惠体"/>
              </a:rPr>
              <a:t>知识点</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两角差的余弦公式</a:t>
            </a: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阿里巴巴普惠体"/>
                <a:ea typeface="微软雅黑"/>
                <a:cs typeface="Times New Roman" panose="02020603050405020304" pitchFamily="18" charset="0"/>
                <a:sym typeface="阿里巴巴普惠体"/>
              </a:rPr>
              <a:t>公式</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en-US" altLang="zh-CN" sz="2800" dirty="0" err="1">
                <a:solidFill>
                  <a:srgbClr val="000000"/>
                </a:solidFill>
                <a:latin typeface="阿里巴巴普惠体"/>
                <a:ea typeface="微软雅黑"/>
                <a:cs typeface="Times New Roman" panose="02020603050405020304" pitchFamily="18" charset="0"/>
                <a:sym typeface="阿里巴巴普惠体"/>
              </a:rPr>
              <a:t>cos</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en-US" altLang="zh-CN" sz="2800" i="1" dirty="0">
                <a:solidFill>
                  <a:srgbClr val="000000"/>
                </a:solidFill>
                <a:latin typeface="阿里巴巴普惠体"/>
                <a:ea typeface="微软雅黑"/>
                <a:cs typeface="Times New Roman" panose="02020603050405020304" pitchFamily="18" charset="0"/>
                <a:sym typeface="阿里巴巴普惠体"/>
              </a:rPr>
              <a:t>α-β</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r>
              <a:rPr lang="en-US" altLang="zh-CN" sz="2800" dirty="0" err="1">
                <a:solidFill>
                  <a:srgbClr val="000000"/>
                </a:solidFill>
                <a:latin typeface="阿里巴巴普惠体"/>
                <a:ea typeface="微软雅黑"/>
                <a:cs typeface="Times New Roman" panose="02020603050405020304" pitchFamily="18" charset="0"/>
                <a:sym typeface="阿里巴巴普惠体"/>
              </a:rPr>
              <a:t>cos</a:t>
            </a:r>
            <a:r>
              <a:rPr lang="en-US" altLang="zh-CN" sz="2800" dirty="0">
                <a:solidFill>
                  <a:srgbClr val="000000"/>
                </a:solidFill>
                <a:latin typeface="阿里巴巴普惠体"/>
                <a:ea typeface="微软雅黑"/>
                <a:cs typeface="Times New Roman" panose="02020603050405020304" pitchFamily="18" charset="0"/>
                <a:sym typeface="阿里巴巴普惠体"/>
              </a:rPr>
              <a:t> </a:t>
            </a:r>
            <a:r>
              <a:rPr lang="en-US" altLang="zh-CN" sz="2800" i="1" dirty="0">
                <a:solidFill>
                  <a:srgbClr val="000000"/>
                </a:solidFill>
                <a:latin typeface="阿里巴巴普惠体"/>
                <a:ea typeface="微软雅黑"/>
                <a:cs typeface="Times New Roman" panose="02020603050405020304" pitchFamily="18" charset="0"/>
                <a:sym typeface="阿里巴巴普惠体"/>
              </a:rPr>
              <a:t>α</a:t>
            </a:r>
            <a:r>
              <a:rPr lang="en-US" altLang="zh-CN" sz="2800" dirty="0" err="1">
                <a:solidFill>
                  <a:srgbClr val="000000"/>
                </a:solidFill>
                <a:latin typeface="阿里巴巴普惠体"/>
                <a:ea typeface="微软雅黑"/>
                <a:cs typeface="Times New Roman" panose="02020603050405020304" pitchFamily="18" charset="0"/>
                <a:sym typeface="阿里巴巴普惠体"/>
              </a:rPr>
              <a:t>cos</a:t>
            </a:r>
            <a:r>
              <a:rPr lang="en-US" altLang="zh-CN" sz="2800" dirty="0">
                <a:solidFill>
                  <a:srgbClr val="000000"/>
                </a:solidFill>
                <a:latin typeface="阿里巴巴普惠体"/>
                <a:ea typeface="微软雅黑"/>
                <a:cs typeface="Times New Roman" panose="02020603050405020304" pitchFamily="18" charset="0"/>
                <a:sym typeface="阿里巴巴普惠体"/>
              </a:rPr>
              <a:t> </a:t>
            </a:r>
            <a:r>
              <a:rPr lang="en-US" altLang="zh-CN" sz="2800" i="1" dirty="0">
                <a:solidFill>
                  <a:srgbClr val="000000"/>
                </a:solidFill>
                <a:latin typeface="阿里巴巴普惠体"/>
                <a:ea typeface="微软雅黑"/>
                <a:cs typeface="Times New Roman" panose="02020603050405020304" pitchFamily="18" charset="0"/>
                <a:sym typeface="阿里巴巴普惠体"/>
              </a:rPr>
              <a:t>β+</a:t>
            </a:r>
            <a:r>
              <a:rPr lang="en-US" altLang="zh-CN" sz="2800" dirty="0">
                <a:solidFill>
                  <a:srgbClr val="000000"/>
                </a:solidFill>
                <a:latin typeface="阿里巴巴普惠体"/>
                <a:ea typeface="微软雅黑"/>
                <a:cs typeface="Times New Roman" panose="02020603050405020304" pitchFamily="18" charset="0"/>
                <a:sym typeface="阿里巴巴普惠体"/>
              </a:rPr>
              <a:t>sin </a:t>
            </a:r>
            <a:r>
              <a:rPr lang="en-US" altLang="zh-CN" sz="2800" i="1" dirty="0">
                <a:solidFill>
                  <a:srgbClr val="000000"/>
                </a:solidFill>
                <a:latin typeface="阿里巴巴普惠体"/>
                <a:ea typeface="微软雅黑"/>
                <a:cs typeface="Times New Roman" panose="02020603050405020304" pitchFamily="18" charset="0"/>
                <a:sym typeface="阿里巴巴普惠体"/>
              </a:rPr>
              <a:t>α</a:t>
            </a:r>
            <a:r>
              <a:rPr lang="en-US" altLang="zh-CN" sz="2800" dirty="0">
                <a:solidFill>
                  <a:srgbClr val="000000"/>
                </a:solidFill>
                <a:latin typeface="阿里巴巴普惠体"/>
                <a:ea typeface="微软雅黑"/>
                <a:cs typeface="Times New Roman" panose="02020603050405020304" pitchFamily="18" charset="0"/>
                <a:sym typeface="阿里巴巴普惠体"/>
              </a:rPr>
              <a:t>sin </a:t>
            </a:r>
            <a:r>
              <a:rPr lang="en-US" altLang="zh-CN" sz="2800" i="1" dirty="0">
                <a:solidFill>
                  <a:srgbClr val="000000"/>
                </a:solidFill>
                <a:latin typeface="阿里巴巴普惠体"/>
                <a:ea typeface="微软雅黑"/>
                <a:cs typeface="Times New Roman" panose="02020603050405020304" pitchFamily="18" charset="0"/>
                <a:sym typeface="阿里巴巴普惠体"/>
              </a:rPr>
              <a:t>β.</a:t>
            </a:r>
            <a:endParaRPr lang="zh-CN" altLang="zh-CN" sz="2800" dirty="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阿里巴巴普惠体"/>
                <a:ea typeface="微软雅黑"/>
                <a:cs typeface="Times New Roman" panose="02020603050405020304" pitchFamily="18" charset="0"/>
                <a:sym typeface="阿里巴巴普惠体"/>
              </a:rPr>
              <a:t>(1)</a:t>
            </a:r>
            <a:r>
              <a:rPr lang="zh-CN" altLang="zh-CN" sz="2800" dirty="0">
                <a:solidFill>
                  <a:srgbClr val="000000"/>
                </a:solidFill>
                <a:latin typeface="阿里巴巴普惠体"/>
                <a:ea typeface="微软雅黑"/>
                <a:cs typeface="Times New Roman" panose="02020603050405020304" pitchFamily="18" charset="0"/>
                <a:sym typeface="阿里巴巴普惠体"/>
              </a:rPr>
              <a:t>简记符号</a:t>
            </a:r>
            <a:r>
              <a:rPr lang="en-US" altLang="zh-CN" sz="2800" dirty="0">
                <a:solidFill>
                  <a:srgbClr val="000000"/>
                </a:solidFill>
                <a:latin typeface="阿里巴巴普惠体"/>
                <a:ea typeface="微软雅黑"/>
                <a:cs typeface="Times New Roman" panose="02020603050405020304" pitchFamily="18" charset="0"/>
                <a:sym typeface="阿里巴巴普惠体"/>
              </a:rPr>
              <a:t>:C</a:t>
            </a:r>
            <a:r>
              <a:rPr lang="en-US" altLang="zh-CN" sz="2800" baseline="-25000" dirty="0">
                <a:solidFill>
                  <a:srgbClr val="000000"/>
                </a:solidFill>
                <a:latin typeface="阿里巴巴普惠体"/>
                <a:ea typeface="微软雅黑"/>
                <a:cs typeface="Times New Roman" panose="02020603050405020304" pitchFamily="18" charset="0"/>
                <a:sym typeface="阿里巴巴普惠体"/>
              </a:rPr>
              <a:t>(</a:t>
            </a:r>
            <a:r>
              <a:rPr lang="en-US" altLang="zh-CN" sz="2800" i="1" baseline="-25000" dirty="0">
                <a:solidFill>
                  <a:srgbClr val="000000"/>
                </a:solidFill>
                <a:latin typeface="阿里巴巴普惠体"/>
                <a:ea typeface="微软雅黑"/>
                <a:cs typeface="Times New Roman" panose="02020603050405020304" pitchFamily="18" charset="0"/>
                <a:sym typeface="阿里巴巴普惠体"/>
              </a:rPr>
              <a:t>α-β</a:t>
            </a:r>
            <a:r>
              <a:rPr lang="en-US" altLang="zh-CN" sz="2800" baseline="-25000" dirty="0">
                <a:solidFill>
                  <a:srgbClr val="000000"/>
                </a:solidFill>
                <a:latin typeface="阿里巴巴普惠体"/>
                <a:ea typeface="微软雅黑"/>
                <a:cs typeface="Times New Roman" panose="02020603050405020304" pitchFamily="18" charset="0"/>
                <a:sym typeface="阿里巴巴普惠体"/>
              </a:rPr>
              <a:t>)</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阿里巴巴普惠体"/>
                <a:ea typeface="微软雅黑"/>
                <a:cs typeface="Times New Roman" panose="02020603050405020304" pitchFamily="18" charset="0"/>
                <a:sym typeface="阿里巴巴普惠体"/>
              </a:rPr>
              <a:t>(2)</a:t>
            </a:r>
            <a:r>
              <a:rPr lang="zh-CN" altLang="zh-CN" sz="2800" dirty="0">
                <a:solidFill>
                  <a:srgbClr val="000000"/>
                </a:solidFill>
                <a:latin typeface="阿里巴巴普惠体"/>
                <a:ea typeface="微软雅黑"/>
                <a:cs typeface="Times New Roman" panose="02020603050405020304" pitchFamily="18" charset="0"/>
                <a:sym typeface="阿里巴巴普惠体"/>
              </a:rPr>
              <a:t>适用条件</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公式中的角</a:t>
            </a:r>
            <a:r>
              <a:rPr lang="en-US" altLang="zh-CN" sz="2800" i="1" dirty="0">
                <a:solidFill>
                  <a:srgbClr val="000000"/>
                </a:solidFill>
                <a:latin typeface="阿里巴巴普惠体"/>
                <a:ea typeface="微软雅黑"/>
                <a:cs typeface="Times New Roman" panose="02020603050405020304" pitchFamily="18" charset="0"/>
                <a:sym typeface="阿里巴巴普惠体"/>
              </a:rPr>
              <a:t>α</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en-US" altLang="zh-CN" sz="2800" i="1" dirty="0">
                <a:solidFill>
                  <a:srgbClr val="000000"/>
                </a:solidFill>
                <a:latin typeface="阿里巴巴普惠体"/>
                <a:ea typeface="微软雅黑"/>
                <a:cs typeface="Times New Roman" panose="02020603050405020304" pitchFamily="18" charset="0"/>
                <a:sym typeface="阿里巴巴普惠体"/>
              </a:rPr>
              <a:t>β</a:t>
            </a:r>
            <a:r>
              <a:rPr lang="zh-CN" altLang="zh-CN" sz="2800" dirty="0">
                <a:solidFill>
                  <a:srgbClr val="000000"/>
                </a:solidFill>
                <a:latin typeface="阿里巴巴普惠体"/>
                <a:ea typeface="微软雅黑"/>
                <a:cs typeface="Times New Roman" panose="02020603050405020304" pitchFamily="18" charset="0"/>
                <a:sym typeface="阿里巴巴普惠体"/>
              </a:rPr>
              <a:t>是任意角</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阿里巴巴普惠体"/>
                <a:ea typeface="微软雅黑"/>
                <a:cs typeface="Times New Roman" panose="02020603050405020304" pitchFamily="18" charset="0"/>
                <a:sym typeface="阿里巴巴普惠体"/>
              </a:rPr>
              <a:t>名师点析 </a:t>
            </a:r>
            <a:r>
              <a:rPr lang="en-US" altLang="zh-CN" sz="2800" b="1" dirty="0">
                <a:solidFill>
                  <a:srgbClr val="000000"/>
                </a:solidFill>
                <a:latin typeface="阿里巴巴普惠体"/>
                <a:ea typeface="微软雅黑"/>
                <a:cs typeface="Times New Roman" panose="02020603050405020304" pitchFamily="18" charset="0"/>
                <a:sym typeface="阿里巴巴普惠体"/>
              </a:rPr>
              <a:t>1</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公式可简记为</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余余正正、符号反</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阿里巴巴普惠体"/>
                <a:ea typeface="微软雅黑"/>
                <a:cs typeface="Times New Roman" panose="02020603050405020304" pitchFamily="18" charset="0"/>
                <a:sym typeface="阿里巴巴普惠体"/>
              </a:rPr>
              <a:t>2</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公式中的</a:t>
            </a:r>
            <a:r>
              <a:rPr lang="en-US" altLang="zh-CN" sz="2800" i="1" dirty="0">
                <a:solidFill>
                  <a:srgbClr val="000000"/>
                </a:solidFill>
                <a:latin typeface="阿里巴巴普惠体"/>
                <a:ea typeface="微软雅黑"/>
                <a:cs typeface="Times New Roman" panose="02020603050405020304" pitchFamily="18" charset="0"/>
                <a:sym typeface="阿里巴巴普惠体"/>
              </a:rPr>
              <a:t>α</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en-US" altLang="zh-CN" sz="2800" i="1" dirty="0">
                <a:solidFill>
                  <a:srgbClr val="000000"/>
                </a:solidFill>
                <a:latin typeface="阿里巴巴普惠体"/>
                <a:ea typeface="微软雅黑"/>
                <a:cs typeface="Times New Roman" panose="02020603050405020304" pitchFamily="18" charset="0"/>
                <a:sym typeface="阿里巴巴普惠体"/>
              </a:rPr>
              <a:t>β</a:t>
            </a:r>
            <a:r>
              <a:rPr lang="zh-CN" altLang="zh-CN" sz="2800" dirty="0">
                <a:solidFill>
                  <a:srgbClr val="000000"/>
                </a:solidFill>
                <a:latin typeface="阿里巴巴普惠体"/>
                <a:ea typeface="微软雅黑"/>
                <a:cs typeface="Times New Roman" panose="02020603050405020304" pitchFamily="18" charset="0"/>
                <a:sym typeface="阿里巴巴普惠体"/>
              </a:rPr>
              <a:t>都是任意角</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既可以是一个角</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也可以是几个角的组合</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公式右端展开式为角</a:t>
            </a:r>
            <a:r>
              <a:rPr lang="en-US" altLang="zh-CN" sz="2800" i="1" dirty="0">
                <a:solidFill>
                  <a:srgbClr val="000000"/>
                </a:solidFill>
                <a:latin typeface="阿里巴巴普惠体"/>
                <a:ea typeface="微软雅黑"/>
                <a:cs typeface="Times New Roman" panose="02020603050405020304" pitchFamily="18" charset="0"/>
                <a:sym typeface="阿里巴巴普惠体"/>
              </a:rPr>
              <a:t>α</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en-US" altLang="zh-CN" sz="2800" i="1" dirty="0">
                <a:solidFill>
                  <a:srgbClr val="000000"/>
                </a:solidFill>
                <a:latin typeface="阿里巴巴普惠体"/>
                <a:ea typeface="微软雅黑"/>
                <a:cs typeface="Times New Roman" panose="02020603050405020304" pitchFamily="18" charset="0"/>
                <a:sym typeface="阿里巴巴普惠体"/>
              </a:rPr>
              <a:t>β</a:t>
            </a:r>
            <a:r>
              <a:rPr lang="zh-CN" altLang="zh-CN" sz="2800" dirty="0">
                <a:solidFill>
                  <a:srgbClr val="000000"/>
                </a:solidFill>
                <a:latin typeface="阿里巴巴普惠体"/>
                <a:ea typeface="微软雅黑"/>
                <a:cs typeface="Times New Roman" panose="02020603050405020304" pitchFamily="18" charset="0"/>
                <a:sym typeface="阿里巴巴普惠体"/>
              </a:rPr>
              <a:t>的同名三角函数积的和</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即差角余弦等于同名积之和</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阿里巴巴普惠体"/>
                <a:ea typeface="微软雅黑"/>
                <a:cs typeface="Times New Roman" panose="02020603050405020304" pitchFamily="18" charset="0"/>
                <a:sym typeface="阿里巴巴普惠体"/>
              </a:rPr>
              <a:t>3</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要注意公式的逆用和变形应用</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如</a:t>
            </a:r>
          </a:p>
          <a:p>
            <a:pPr>
              <a:lnSpc>
                <a:spcPct val="130000"/>
              </a:lnSpc>
            </a:pPr>
            <a:r>
              <a:rPr lang="en-US" altLang="zh-CN" sz="2800" dirty="0" err="1">
                <a:solidFill>
                  <a:srgbClr val="000000"/>
                </a:solidFill>
                <a:latin typeface="阿里巴巴普惠体"/>
                <a:ea typeface="微软雅黑"/>
                <a:sym typeface="阿里巴巴普惠体"/>
              </a:rPr>
              <a:t>cos</a:t>
            </a:r>
            <a:r>
              <a:rPr lang="en-US" altLang="zh-CN" sz="2800" dirty="0">
                <a:solidFill>
                  <a:srgbClr val="000000"/>
                </a:solidFill>
                <a:latin typeface="阿里巴巴普惠体"/>
                <a:ea typeface="微软雅黑"/>
                <a:sym typeface="阿里巴巴普惠体"/>
              </a:rPr>
              <a:t>(</a:t>
            </a:r>
            <a:r>
              <a:rPr lang="en-US" altLang="zh-CN" sz="2800" i="1" dirty="0">
                <a:solidFill>
                  <a:srgbClr val="000000"/>
                </a:solidFill>
                <a:latin typeface="阿里巴巴普惠体"/>
                <a:ea typeface="微软雅黑"/>
                <a:sym typeface="阿里巴巴普惠体"/>
              </a:rPr>
              <a:t>α+β</a:t>
            </a:r>
            <a:r>
              <a:rPr lang="en-US" altLang="zh-CN" sz="2800" dirty="0">
                <a:solidFill>
                  <a:srgbClr val="000000"/>
                </a:solidFill>
                <a:latin typeface="阿里巴巴普惠体"/>
                <a:ea typeface="微软雅黑"/>
                <a:sym typeface="阿里巴巴普惠体"/>
              </a:rPr>
              <a:t>)</a:t>
            </a:r>
            <a:r>
              <a:rPr lang="en-US" altLang="zh-CN" sz="2800" dirty="0" err="1">
                <a:solidFill>
                  <a:srgbClr val="000000"/>
                </a:solidFill>
                <a:latin typeface="阿里巴巴普惠体"/>
                <a:ea typeface="微软雅黑"/>
                <a:sym typeface="阿里巴巴普惠体"/>
              </a:rPr>
              <a:t>cos</a:t>
            </a:r>
            <a:r>
              <a:rPr lang="en-US" altLang="zh-CN" sz="2800" dirty="0">
                <a:solidFill>
                  <a:srgbClr val="000000"/>
                </a:solidFill>
                <a:latin typeface="阿里巴巴普惠体"/>
                <a:ea typeface="微软雅黑"/>
                <a:sym typeface="阿里巴巴普惠体"/>
              </a:rPr>
              <a:t> </a:t>
            </a:r>
            <a:r>
              <a:rPr lang="en-US" altLang="zh-CN" sz="2800" i="1" dirty="0">
                <a:solidFill>
                  <a:srgbClr val="000000"/>
                </a:solidFill>
                <a:latin typeface="阿里巴巴普惠体"/>
                <a:ea typeface="微软雅黑"/>
                <a:sym typeface="阿里巴巴普惠体"/>
              </a:rPr>
              <a:t>β+</a:t>
            </a:r>
            <a:r>
              <a:rPr lang="en-US" altLang="zh-CN" sz="2800" dirty="0">
                <a:solidFill>
                  <a:srgbClr val="000000"/>
                </a:solidFill>
                <a:latin typeface="阿里巴巴普惠体"/>
                <a:ea typeface="微软雅黑"/>
                <a:sym typeface="阿里巴巴普惠体"/>
              </a:rPr>
              <a:t>sin(</a:t>
            </a:r>
            <a:r>
              <a:rPr lang="en-US" altLang="zh-CN" sz="2800" i="1" dirty="0">
                <a:solidFill>
                  <a:srgbClr val="000000"/>
                </a:solidFill>
                <a:latin typeface="阿里巴巴普惠体"/>
                <a:ea typeface="微软雅黑"/>
                <a:sym typeface="阿里巴巴普惠体"/>
              </a:rPr>
              <a:t>α+β</a:t>
            </a:r>
            <a:r>
              <a:rPr lang="en-US" altLang="zh-CN" sz="2800" dirty="0">
                <a:solidFill>
                  <a:srgbClr val="000000"/>
                </a:solidFill>
                <a:latin typeface="阿里巴巴普惠体"/>
                <a:ea typeface="微软雅黑"/>
                <a:sym typeface="阿里巴巴普惠体"/>
              </a:rPr>
              <a:t>)sin </a:t>
            </a:r>
            <a:r>
              <a:rPr lang="en-US" altLang="zh-CN" sz="2800" i="1" dirty="0">
                <a:solidFill>
                  <a:srgbClr val="000000"/>
                </a:solidFill>
                <a:latin typeface="阿里巴巴普惠体"/>
                <a:ea typeface="微软雅黑"/>
                <a:sym typeface="阿里巴巴普惠体"/>
              </a:rPr>
              <a:t>β=</a:t>
            </a:r>
            <a:r>
              <a:rPr lang="en-US" altLang="zh-CN" sz="2800" dirty="0" err="1">
                <a:solidFill>
                  <a:srgbClr val="000000"/>
                </a:solidFill>
                <a:latin typeface="阿里巴巴普惠体"/>
                <a:ea typeface="微软雅黑"/>
                <a:sym typeface="阿里巴巴普惠体"/>
              </a:rPr>
              <a:t>cos</a:t>
            </a:r>
            <a:r>
              <a:rPr lang="en-US" altLang="zh-CN" sz="2800" dirty="0">
                <a:solidFill>
                  <a:srgbClr val="000000"/>
                </a:solidFill>
                <a:latin typeface="阿里巴巴普惠体"/>
                <a:ea typeface="微软雅黑"/>
                <a:sym typeface="阿里巴巴普惠体"/>
              </a:rPr>
              <a:t>[(</a:t>
            </a:r>
            <a:r>
              <a:rPr lang="en-US" altLang="zh-CN" sz="2800" i="1" dirty="0">
                <a:solidFill>
                  <a:srgbClr val="000000"/>
                </a:solidFill>
                <a:latin typeface="阿里巴巴普惠体"/>
                <a:ea typeface="微软雅黑"/>
                <a:sym typeface="阿里巴巴普惠体"/>
              </a:rPr>
              <a:t>α+β</a:t>
            </a:r>
            <a:r>
              <a:rPr lang="en-US" altLang="zh-CN" sz="2800" dirty="0">
                <a:solidFill>
                  <a:srgbClr val="000000"/>
                </a:solidFill>
                <a:latin typeface="阿里巴巴普惠体"/>
                <a:ea typeface="微软雅黑"/>
                <a:sym typeface="阿里巴巴普惠体"/>
              </a:rPr>
              <a:t>)</a:t>
            </a:r>
            <a:r>
              <a:rPr lang="en-US" altLang="zh-CN" sz="2800" i="1" dirty="0">
                <a:solidFill>
                  <a:srgbClr val="000000"/>
                </a:solidFill>
                <a:latin typeface="阿里巴巴普惠体"/>
                <a:ea typeface="微软雅黑"/>
                <a:sym typeface="阿里巴巴普惠体"/>
              </a:rPr>
              <a:t>-β</a:t>
            </a:r>
            <a:r>
              <a:rPr lang="en-US" altLang="zh-CN" sz="2800" dirty="0">
                <a:solidFill>
                  <a:srgbClr val="000000"/>
                </a:solidFill>
                <a:latin typeface="阿里巴巴普惠体"/>
                <a:ea typeface="微软雅黑"/>
                <a:sym typeface="阿里巴巴普惠体"/>
              </a:rPr>
              <a:t>]</a:t>
            </a:r>
            <a:r>
              <a:rPr lang="en-US" altLang="zh-CN" sz="2800" i="1" dirty="0">
                <a:solidFill>
                  <a:srgbClr val="000000"/>
                </a:solidFill>
                <a:latin typeface="阿里巴巴普惠体"/>
                <a:ea typeface="微软雅黑"/>
                <a:sym typeface="阿里巴巴普惠体"/>
              </a:rPr>
              <a:t>=</a:t>
            </a:r>
            <a:r>
              <a:rPr lang="en-US" altLang="zh-CN" sz="2800" dirty="0" err="1">
                <a:solidFill>
                  <a:srgbClr val="000000"/>
                </a:solidFill>
                <a:latin typeface="阿里巴巴普惠体"/>
                <a:ea typeface="微软雅黑"/>
                <a:sym typeface="阿里巴巴普惠体"/>
              </a:rPr>
              <a:t>cos</a:t>
            </a:r>
            <a:r>
              <a:rPr lang="en-US" altLang="zh-CN" sz="2800" dirty="0">
                <a:solidFill>
                  <a:srgbClr val="000000"/>
                </a:solidFill>
                <a:latin typeface="阿里巴巴普惠体"/>
                <a:ea typeface="微软雅黑"/>
                <a:sym typeface="阿里巴巴普惠体"/>
              </a:rPr>
              <a:t> </a:t>
            </a:r>
            <a:r>
              <a:rPr lang="en-US" altLang="zh-CN" sz="2800" i="1" dirty="0">
                <a:solidFill>
                  <a:srgbClr val="000000"/>
                </a:solidFill>
                <a:latin typeface="阿里巴巴普惠体"/>
                <a:ea typeface="微软雅黑"/>
                <a:sym typeface="阿里巴巴普惠体"/>
              </a:rPr>
              <a:t>α.</a:t>
            </a:r>
            <a:endParaRPr lang="zh-CN" altLang="en-US" sz="2800" dirty="0">
              <a:latin typeface="阿里巴巴普惠体"/>
              <a:ea typeface="微软雅黑"/>
              <a:sym typeface="阿里巴巴普惠体"/>
            </a:endParaRPr>
          </a:p>
        </p:txBody>
      </p:sp>
    </p:spTree>
    <p:extLst>
      <p:ext uri="{BB962C8B-B14F-4D97-AF65-F5344CB8AC3E}">
        <p14:creationId xmlns:p14="http://schemas.microsoft.com/office/powerpoint/2010/main" val="30626666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923010"/>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000000"/>
                </a:solidFill>
                <a:latin typeface="阿里巴巴普惠体"/>
                <a:ea typeface="微软雅黑"/>
                <a:cs typeface="Times New Roman" panose="02020603050405020304" pitchFamily="18" charset="0"/>
                <a:sym typeface="阿里巴巴普惠体"/>
              </a:rPr>
              <a:t>微判断</a:t>
            </a: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阿里巴巴普惠体"/>
                <a:ea typeface="微软雅黑"/>
                <a:cs typeface="Times New Roman" panose="02020603050405020304" pitchFamily="18" charset="0"/>
                <a:sym typeface="阿里巴巴普惠体"/>
              </a:rPr>
              <a:t>(1)</a:t>
            </a:r>
            <a:r>
              <a:rPr lang="en-US" altLang="zh-CN" sz="2800" dirty="0" err="1">
                <a:solidFill>
                  <a:srgbClr val="000000"/>
                </a:solidFill>
                <a:latin typeface="阿里巴巴普惠体"/>
                <a:ea typeface="微软雅黑"/>
                <a:cs typeface="Times New Roman" panose="02020603050405020304" pitchFamily="18" charset="0"/>
                <a:sym typeface="阿里巴巴普惠体"/>
              </a:rPr>
              <a:t>cos</a:t>
            </a:r>
            <a:r>
              <a:rPr lang="en-US" altLang="zh-CN" sz="2800" dirty="0">
                <a:solidFill>
                  <a:srgbClr val="000000"/>
                </a:solidFill>
                <a:latin typeface="阿里巴巴普惠体"/>
                <a:ea typeface="微软雅黑"/>
                <a:cs typeface="Times New Roman" panose="02020603050405020304" pitchFamily="18" charset="0"/>
                <a:sym typeface="阿里巴巴普惠体"/>
              </a:rPr>
              <a:t>(60°</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r>
              <a:rPr lang="en-US" altLang="zh-CN" sz="2800" dirty="0">
                <a:solidFill>
                  <a:srgbClr val="000000"/>
                </a:solidFill>
                <a:latin typeface="阿里巴巴普惠体"/>
                <a:ea typeface="微软雅黑"/>
                <a:cs typeface="Times New Roman" panose="02020603050405020304" pitchFamily="18" charset="0"/>
                <a:sym typeface="阿里巴巴普惠体"/>
              </a:rPr>
              <a:t>30°)</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r>
              <a:rPr lang="en-US" altLang="zh-CN" sz="2800" dirty="0" err="1">
                <a:solidFill>
                  <a:srgbClr val="000000"/>
                </a:solidFill>
                <a:latin typeface="阿里巴巴普惠体"/>
                <a:ea typeface="微软雅黑"/>
                <a:cs typeface="Times New Roman" panose="02020603050405020304" pitchFamily="18" charset="0"/>
                <a:sym typeface="阿里巴巴普惠体"/>
              </a:rPr>
              <a:t>cos</a:t>
            </a:r>
            <a:r>
              <a:rPr lang="en-US" altLang="zh-CN" sz="2800" dirty="0">
                <a:solidFill>
                  <a:srgbClr val="000000"/>
                </a:solidFill>
                <a:latin typeface="阿里巴巴普惠体"/>
                <a:ea typeface="微软雅黑"/>
                <a:cs typeface="Times New Roman" panose="02020603050405020304" pitchFamily="18" charset="0"/>
                <a:sym typeface="阿里巴巴普惠体"/>
              </a:rPr>
              <a:t> 60°</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r>
              <a:rPr lang="en-US" altLang="zh-CN" sz="2800" dirty="0" err="1">
                <a:solidFill>
                  <a:srgbClr val="000000"/>
                </a:solidFill>
                <a:latin typeface="阿里巴巴普惠体"/>
                <a:ea typeface="微软雅黑"/>
                <a:cs typeface="Times New Roman" panose="02020603050405020304" pitchFamily="18" charset="0"/>
                <a:sym typeface="阿里巴巴普惠体"/>
              </a:rPr>
              <a:t>cos</a:t>
            </a:r>
            <a:r>
              <a:rPr lang="en-US" altLang="zh-CN" sz="2800" dirty="0">
                <a:solidFill>
                  <a:srgbClr val="000000"/>
                </a:solidFill>
                <a:latin typeface="阿里巴巴普惠体"/>
                <a:ea typeface="微软雅黑"/>
                <a:cs typeface="Times New Roman" panose="02020603050405020304" pitchFamily="18" charset="0"/>
                <a:sym typeface="阿里巴巴普惠体"/>
              </a:rPr>
              <a:t> 30°</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i="1" dirty="0">
                <a:solidFill>
                  <a:srgbClr val="000000"/>
                </a:solidFill>
                <a:latin typeface="阿里巴巴普惠体"/>
                <a:ea typeface="微软雅黑"/>
                <a:cs typeface="Times New Roman" panose="02020603050405020304" pitchFamily="18" charset="0"/>
                <a:sym typeface="阿里巴巴普惠体"/>
              </a:rPr>
              <a:t>　　</a:t>
            </a:r>
            <a:r>
              <a:rPr lang="en-US" altLang="zh-CN" sz="2800"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阿里巴巴普惠体"/>
                <a:ea typeface="微软雅黑"/>
                <a:cs typeface="Times New Roman" panose="02020603050405020304" pitchFamily="18" charset="0"/>
                <a:sym typeface="阿里巴巴普惠体"/>
              </a:rPr>
              <a:t>(2)</a:t>
            </a:r>
            <a:r>
              <a:rPr lang="zh-CN" altLang="zh-CN" sz="2800" dirty="0">
                <a:solidFill>
                  <a:srgbClr val="000000"/>
                </a:solidFill>
                <a:latin typeface="阿里巴巴普惠体"/>
                <a:ea typeface="微软雅黑"/>
                <a:cs typeface="Times New Roman" panose="02020603050405020304" pitchFamily="18" charset="0"/>
                <a:sym typeface="阿里巴巴普惠体"/>
              </a:rPr>
              <a:t>当</a:t>
            </a:r>
            <a:r>
              <a:rPr lang="en-US" altLang="zh-CN" sz="2800" i="1" dirty="0">
                <a:solidFill>
                  <a:srgbClr val="000000"/>
                </a:solidFill>
                <a:latin typeface="阿里巴巴普惠体"/>
                <a:ea typeface="微软雅黑"/>
                <a:cs typeface="Times New Roman" panose="02020603050405020304" pitchFamily="18" charset="0"/>
                <a:sym typeface="阿里巴巴普惠体"/>
              </a:rPr>
              <a:t>α</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en-US" altLang="zh-CN" sz="2800" i="1" dirty="0">
                <a:solidFill>
                  <a:srgbClr val="000000"/>
                </a:solidFill>
                <a:latin typeface="阿里巴巴普惠体"/>
                <a:ea typeface="微软雅黑"/>
                <a:cs typeface="Times New Roman" panose="02020603050405020304" pitchFamily="18" charset="0"/>
                <a:sym typeface="阿里巴巴普惠体"/>
              </a:rPr>
              <a:t>β</a:t>
            </a:r>
            <a:r>
              <a:rPr lang="zh-CN" altLang="zh-CN" sz="2800" dirty="0">
                <a:solidFill>
                  <a:srgbClr val="000000"/>
                </a:solidFill>
                <a:latin typeface="阿里巴巴普惠体"/>
                <a:ea typeface="微软雅黑"/>
                <a:cs typeface="宋体" panose="02010600030101010101" pitchFamily="2" charset="-122"/>
                <a:sym typeface="阿里巴巴普惠体"/>
              </a:rPr>
              <a:t>∈</a:t>
            </a:r>
            <a:r>
              <a:rPr lang="en-US" altLang="zh-CN" sz="2800" b="1" dirty="0">
                <a:solidFill>
                  <a:srgbClr val="000000"/>
                </a:solidFill>
                <a:latin typeface="阿里巴巴普惠体"/>
                <a:ea typeface="微软雅黑"/>
                <a:cs typeface="Times New Roman" panose="02020603050405020304" pitchFamily="18" charset="0"/>
                <a:sym typeface="阿里巴巴普惠体"/>
              </a:rPr>
              <a:t>R</a:t>
            </a:r>
            <a:r>
              <a:rPr lang="zh-CN" altLang="zh-CN" sz="2800" dirty="0">
                <a:solidFill>
                  <a:srgbClr val="000000"/>
                </a:solidFill>
                <a:latin typeface="阿里巴巴普惠体"/>
                <a:ea typeface="微软雅黑"/>
                <a:cs typeface="Times New Roman" panose="02020603050405020304" pitchFamily="18" charset="0"/>
                <a:sym typeface="阿里巴巴普惠体"/>
              </a:rPr>
              <a:t>时</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en-US" altLang="zh-CN" sz="2800" dirty="0" err="1">
                <a:solidFill>
                  <a:srgbClr val="000000"/>
                </a:solidFill>
                <a:latin typeface="阿里巴巴普惠体"/>
                <a:ea typeface="微软雅黑"/>
                <a:cs typeface="Times New Roman" panose="02020603050405020304" pitchFamily="18" charset="0"/>
                <a:sym typeface="阿里巴巴普惠体"/>
              </a:rPr>
              <a:t>cos</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en-US" altLang="zh-CN" sz="2800" i="1" dirty="0">
                <a:solidFill>
                  <a:srgbClr val="000000"/>
                </a:solidFill>
                <a:latin typeface="阿里巴巴普惠体"/>
                <a:ea typeface="微软雅黑"/>
                <a:cs typeface="Times New Roman" panose="02020603050405020304" pitchFamily="18" charset="0"/>
                <a:sym typeface="阿里巴巴普惠体"/>
              </a:rPr>
              <a:t>α-β</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r>
              <a:rPr lang="en-US" altLang="zh-CN" sz="2800" dirty="0" err="1">
                <a:solidFill>
                  <a:srgbClr val="000000"/>
                </a:solidFill>
                <a:latin typeface="阿里巴巴普惠体"/>
                <a:ea typeface="微软雅黑"/>
                <a:cs typeface="Times New Roman" panose="02020603050405020304" pitchFamily="18" charset="0"/>
                <a:sym typeface="阿里巴巴普惠体"/>
              </a:rPr>
              <a:t>cos</a:t>
            </a:r>
            <a:r>
              <a:rPr lang="en-US" altLang="zh-CN" sz="2800" dirty="0">
                <a:solidFill>
                  <a:srgbClr val="000000"/>
                </a:solidFill>
                <a:latin typeface="阿里巴巴普惠体"/>
                <a:ea typeface="微软雅黑"/>
                <a:cs typeface="Times New Roman" panose="02020603050405020304" pitchFamily="18" charset="0"/>
                <a:sym typeface="阿里巴巴普惠体"/>
              </a:rPr>
              <a:t> </a:t>
            </a:r>
            <a:r>
              <a:rPr lang="en-US" altLang="zh-CN" sz="2800" i="1" dirty="0">
                <a:solidFill>
                  <a:srgbClr val="000000"/>
                </a:solidFill>
                <a:latin typeface="阿里巴巴普惠体"/>
                <a:ea typeface="微软雅黑"/>
                <a:cs typeface="Times New Roman" panose="02020603050405020304" pitchFamily="18" charset="0"/>
                <a:sym typeface="阿里巴巴普惠体"/>
              </a:rPr>
              <a:t>α</a:t>
            </a:r>
            <a:r>
              <a:rPr lang="en-US" altLang="zh-CN" sz="2800" dirty="0" err="1">
                <a:solidFill>
                  <a:srgbClr val="000000"/>
                </a:solidFill>
                <a:latin typeface="阿里巴巴普惠体"/>
                <a:ea typeface="微软雅黑"/>
                <a:cs typeface="Times New Roman" panose="02020603050405020304" pitchFamily="18" charset="0"/>
                <a:sym typeface="阿里巴巴普惠体"/>
              </a:rPr>
              <a:t>cos</a:t>
            </a:r>
            <a:r>
              <a:rPr lang="en-US" altLang="zh-CN" sz="2800" dirty="0">
                <a:solidFill>
                  <a:srgbClr val="000000"/>
                </a:solidFill>
                <a:latin typeface="阿里巴巴普惠体"/>
                <a:ea typeface="微软雅黑"/>
                <a:cs typeface="Times New Roman" panose="02020603050405020304" pitchFamily="18" charset="0"/>
                <a:sym typeface="阿里巴巴普惠体"/>
              </a:rPr>
              <a:t> </a:t>
            </a:r>
            <a:r>
              <a:rPr lang="en-US" altLang="zh-CN" sz="2800" i="1" dirty="0">
                <a:solidFill>
                  <a:srgbClr val="000000"/>
                </a:solidFill>
                <a:latin typeface="阿里巴巴普惠体"/>
                <a:ea typeface="微软雅黑"/>
                <a:cs typeface="Times New Roman" panose="02020603050405020304" pitchFamily="18" charset="0"/>
                <a:sym typeface="阿里巴巴普惠体"/>
              </a:rPr>
              <a:t>β-</a:t>
            </a:r>
            <a:r>
              <a:rPr lang="en-US" altLang="zh-CN" sz="2800" dirty="0">
                <a:solidFill>
                  <a:srgbClr val="000000"/>
                </a:solidFill>
                <a:latin typeface="阿里巴巴普惠体"/>
                <a:ea typeface="微软雅黑"/>
                <a:cs typeface="Times New Roman" panose="02020603050405020304" pitchFamily="18" charset="0"/>
                <a:sym typeface="阿里巴巴普惠体"/>
              </a:rPr>
              <a:t>sin </a:t>
            </a:r>
            <a:r>
              <a:rPr lang="en-US" altLang="zh-CN" sz="2800" i="1" dirty="0">
                <a:solidFill>
                  <a:srgbClr val="000000"/>
                </a:solidFill>
                <a:latin typeface="阿里巴巴普惠体"/>
                <a:ea typeface="微软雅黑"/>
                <a:cs typeface="Times New Roman" panose="02020603050405020304" pitchFamily="18" charset="0"/>
                <a:sym typeface="阿里巴巴普惠体"/>
              </a:rPr>
              <a:t>α</a:t>
            </a:r>
            <a:r>
              <a:rPr lang="en-US" altLang="zh-CN" sz="2800" dirty="0">
                <a:solidFill>
                  <a:srgbClr val="000000"/>
                </a:solidFill>
                <a:latin typeface="阿里巴巴普惠体"/>
                <a:ea typeface="微软雅黑"/>
                <a:cs typeface="Times New Roman" panose="02020603050405020304" pitchFamily="18" charset="0"/>
                <a:sym typeface="阿里巴巴普惠体"/>
              </a:rPr>
              <a:t>sin </a:t>
            </a:r>
            <a:r>
              <a:rPr lang="en-US" altLang="zh-CN" sz="2800" i="1" dirty="0">
                <a:solidFill>
                  <a:srgbClr val="000000"/>
                </a:solidFill>
                <a:latin typeface="阿里巴巴普惠体"/>
                <a:ea typeface="微软雅黑"/>
                <a:cs typeface="Times New Roman" panose="02020603050405020304" pitchFamily="18" charset="0"/>
                <a:sym typeface="阿里巴巴普惠体"/>
              </a:rPr>
              <a:t>β.</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i="1" dirty="0">
                <a:solidFill>
                  <a:srgbClr val="000000"/>
                </a:solidFill>
                <a:latin typeface="阿里巴巴普惠体"/>
                <a:ea typeface="微软雅黑"/>
                <a:cs typeface="Times New Roman" panose="02020603050405020304" pitchFamily="18" charset="0"/>
                <a:sym typeface="阿里巴巴普惠体"/>
              </a:rPr>
              <a:t>　　</a:t>
            </a:r>
            <a:r>
              <a:rPr lang="en-US" altLang="zh-CN" sz="2800"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阿里巴巴普惠体"/>
                <a:ea typeface="微软雅黑"/>
                <a:cs typeface="Times New Roman" panose="02020603050405020304" pitchFamily="18" charset="0"/>
                <a:sym typeface="阿里巴巴普惠体"/>
              </a:rPr>
              <a:t>(3)</a:t>
            </a:r>
            <a:r>
              <a:rPr lang="zh-CN" altLang="zh-CN" sz="2800" dirty="0">
                <a:solidFill>
                  <a:srgbClr val="000000"/>
                </a:solidFill>
                <a:latin typeface="阿里巴巴普惠体"/>
                <a:ea typeface="微软雅黑"/>
                <a:cs typeface="Times New Roman" panose="02020603050405020304" pitchFamily="18" charset="0"/>
                <a:sym typeface="阿里巴巴普惠体"/>
              </a:rPr>
              <a:t>对于任意实数</a:t>
            </a:r>
            <a:r>
              <a:rPr lang="en-US" altLang="zh-CN" sz="2800" i="1" dirty="0">
                <a:solidFill>
                  <a:srgbClr val="000000"/>
                </a:solidFill>
                <a:latin typeface="阿里巴巴普惠体"/>
                <a:ea typeface="微软雅黑"/>
                <a:cs typeface="Times New Roman" panose="02020603050405020304" pitchFamily="18" charset="0"/>
                <a:sym typeface="阿里巴巴普惠体"/>
              </a:rPr>
              <a:t>α</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en-US" altLang="zh-CN" sz="2800" i="1" dirty="0">
                <a:solidFill>
                  <a:srgbClr val="000000"/>
                </a:solidFill>
                <a:latin typeface="阿里巴巴普惠体"/>
                <a:ea typeface="微软雅黑"/>
                <a:cs typeface="Times New Roman" panose="02020603050405020304" pitchFamily="18" charset="0"/>
                <a:sym typeface="阿里巴巴普惠体"/>
              </a:rPr>
              <a:t>β</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en-US" altLang="zh-CN" sz="2800" dirty="0" err="1">
                <a:solidFill>
                  <a:srgbClr val="000000"/>
                </a:solidFill>
                <a:latin typeface="阿里巴巴普惠体"/>
                <a:ea typeface="微软雅黑"/>
                <a:cs typeface="Times New Roman" panose="02020603050405020304" pitchFamily="18" charset="0"/>
                <a:sym typeface="阿里巴巴普惠体"/>
              </a:rPr>
              <a:t>cos</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en-US" altLang="zh-CN" sz="2800" i="1" dirty="0">
                <a:solidFill>
                  <a:srgbClr val="000000"/>
                </a:solidFill>
                <a:latin typeface="阿里巴巴普惠体"/>
                <a:ea typeface="微软雅黑"/>
                <a:cs typeface="Times New Roman" panose="02020603050405020304" pitchFamily="18" charset="0"/>
                <a:sym typeface="阿里巴巴普惠体"/>
              </a:rPr>
              <a:t>α-β</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r>
              <a:rPr lang="en-US" altLang="zh-CN" sz="2800" dirty="0" err="1">
                <a:solidFill>
                  <a:srgbClr val="000000"/>
                </a:solidFill>
                <a:latin typeface="阿里巴巴普惠体"/>
                <a:ea typeface="微软雅黑"/>
                <a:cs typeface="Times New Roman" panose="02020603050405020304" pitchFamily="18" charset="0"/>
                <a:sym typeface="阿里巴巴普惠体"/>
              </a:rPr>
              <a:t>cos</a:t>
            </a:r>
            <a:r>
              <a:rPr lang="en-US" altLang="zh-CN" sz="2800" dirty="0">
                <a:solidFill>
                  <a:srgbClr val="000000"/>
                </a:solidFill>
                <a:latin typeface="阿里巴巴普惠体"/>
                <a:ea typeface="微软雅黑"/>
                <a:cs typeface="Times New Roman" panose="02020603050405020304" pitchFamily="18" charset="0"/>
                <a:sym typeface="阿里巴巴普惠体"/>
              </a:rPr>
              <a:t> </a:t>
            </a:r>
            <a:r>
              <a:rPr lang="en-US" altLang="zh-CN" sz="2800" i="1" dirty="0">
                <a:solidFill>
                  <a:srgbClr val="000000"/>
                </a:solidFill>
                <a:latin typeface="阿里巴巴普惠体"/>
                <a:ea typeface="微软雅黑"/>
                <a:cs typeface="Times New Roman" panose="02020603050405020304" pitchFamily="18" charset="0"/>
                <a:sym typeface="阿里巴巴普惠体"/>
              </a:rPr>
              <a:t>α-</a:t>
            </a:r>
            <a:r>
              <a:rPr lang="en-US" altLang="zh-CN" sz="2800" dirty="0" err="1">
                <a:solidFill>
                  <a:srgbClr val="000000"/>
                </a:solidFill>
                <a:latin typeface="阿里巴巴普惠体"/>
                <a:ea typeface="微软雅黑"/>
                <a:cs typeface="Times New Roman" panose="02020603050405020304" pitchFamily="18" charset="0"/>
                <a:sym typeface="阿里巴巴普惠体"/>
              </a:rPr>
              <a:t>cos</a:t>
            </a:r>
            <a:r>
              <a:rPr lang="en-US" altLang="zh-CN" sz="2800" dirty="0">
                <a:solidFill>
                  <a:srgbClr val="000000"/>
                </a:solidFill>
                <a:latin typeface="阿里巴巴普惠体"/>
                <a:ea typeface="微软雅黑"/>
                <a:cs typeface="Times New Roman" panose="02020603050405020304" pitchFamily="18" charset="0"/>
                <a:sym typeface="阿里巴巴普惠体"/>
              </a:rPr>
              <a:t> </a:t>
            </a:r>
            <a:r>
              <a:rPr lang="en-US" altLang="zh-CN" sz="2800" i="1" dirty="0">
                <a:solidFill>
                  <a:srgbClr val="000000"/>
                </a:solidFill>
                <a:latin typeface="阿里巴巴普惠体"/>
                <a:ea typeface="微软雅黑"/>
                <a:cs typeface="Times New Roman" panose="02020603050405020304" pitchFamily="18" charset="0"/>
                <a:sym typeface="阿里巴巴普惠体"/>
              </a:rPr>
              <a:t>β</a:t>
            </a:r>
            <a:r>
              <a:rPr lang="zh-CN" altLang="zh-CN" sz="2800" dirty="0">
                <a:solidFill>
                  <a:srgbClr val="000000"/>
                </a:solidFill>
                <a:latin typeface="阿里巴巴普惠体"/>
                <a:ea typeface="微软雅黑"/>
                <a:cs typeface="Times New Roman" panose="02020603050405020304" pitchFamily="18" charset="0"/>
                <a:sym typeface="阿里巴巴普惠体"/>
              </a:rPr>
              <a:t>都不成立</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i="1" dirty="0">
                <a:solidFill>
                  <a:srgbClr val="000000"/>
                </a:solidFill>
                <a:latin typeface="阿里巴巴普惠体"/>
                <a:ea typeface="微软雅黑"/>
                <a:cs typeface="Times New Roman" panose="02020603050405020304" pitchFamily="18" charset="0"/>
                <a:sym typeface="阿里巴巴普惠体"/>
              </a:rPr>
              <a:t>　　</a:t>
            </a:r>
            <a:r>
              <a:rPr lang="en-US" altLang="zh-CN" sz="2800"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阿里巴巴普惠体"/>
                <a:ea typeface="微软雅黑"/>
                <a:cs typeface="Times New Roman" panose="02020603050405020304" pitchFamily="18" charset="0"/>
                <a:sym typeface="阿里巴巴普惠体"/>
              </a:rPr>
              <a:t>(4)</a:t>
            </a:r>
            <a:r>
              <a:rPr lang="en-US" altLang="zh-CN" sz="2800" dirty="0" err="1">
                <a:solidFill>
                  <a:srgbClr val="000000"/>
                </a:solidFill>
                <a:latin typeface="阿里巴巴普惠体"/>
                <a:ea typeface="微软雅黑"/>
                <a:cs typeface="Times New Roman" panose="02020603050405020304" pitchFamily="18" charset="0"/>
                <a:sym typeface="阿里巴巴普惠体"/>
              </a:rPr>
              <a:t>cos</a:t>
            </a:r>
            <a:r>
              <a:rPr lang="en-US" altLang="zh-CN" sz="2800" dirty="0">
                <a:solidFill>
                  <a:srgbClr val="000000"/>
                </a:solidFill>
                <a:latin typeface="阿里巴巴普惠体"/>
                <a:ea typeface="微软雅黑"/>
                <a:cs typeface="Times New Roman" panose="02020603050405020304" pitchFamily="18" charset="0"/>
                <a:sym typeface="阿里巴巴普惠体"/>
              </a:rPr>
              <a:t> 30°cos 120°</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r>
              <a:rPr lang="en-US" altLang="zh-CN" sz="2800" dirty="0">
                <a:solidFill>
                  <a:srgbClr val="000000"/>
                </a:solidFill>
                <a:latin typeface="阿里巴巴普惠体"/>
                <a:ea typeface="微软雅黑"/>
                <a:cs typeface="Times New Roman" panose="02020603050405020304" pitchFamily="18" charset="0"/>
                <a:sym typeface="阿里巴巴普惠体"/>
              </a:rPr>
              <a:t>sin 30°sin 120°</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r>
              <a:rPr lang="en-US" altLang="zh-CN" sz="2800" dirty="0">
                <a:solidFill>
                  <a:srgbClr val="000000"/>
                </a:solidFill>
                <a:latin typeface="阿里巴巴普惠体"/>
                <a:ea typeface="微软雅黑"/>
                <a:cs typeface="Times New Roman" panose="02020603050405020304" pitchFamily="18" charset="0"/>
                <a:sym typeface="阿里巴巴普惠体"/>
              </a:rPr>
              <a:t>0</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i="1" dirty="0">
                <a:solidFill>
                  <a:srgbClr val="000000"/>
                </a:solidFill>
                <a:latin typeface="阿里巴巴普惠体"/>
                <a:ea typeface="微软雅黑"/>
                <a:cs typeface="Times New Roman" panose="02020603050405020304" pitchFamily="18" charset="0"/>
                <a:sym typeface="阿里巴巴普惠体"/>
              </a:rPr>
              <a:t>　　</a:t>
            </a:r>
            <a:r>
              <a:rPr lang="en-US" altLang="zh-CN" sz="2800"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zh-CN" altLang="zh-CN" sz="2800" dirty="0">
                <a:solidFill>
                  <a:srgbClr val="4040C8"/>
                </a:solidFill>
                <a:latin typeface="阿里巴巴普惠体"/>
                <a:ea typeface="微软雅黑"/>
                <a:cs typeface="Times New Roman" panose="02020603050405020304" pitchFamily="18" charset="0"/>
                <a:sym typeface="阿里巴巴普惠体"/>
              </a:rPr>
              <a:t>答案 </a:t>
            </a:r>
            <a:r>
              <a:rPr lang="en-US" altLang="zh-CN" sz="2800" dirty="0">
                <a:solidFill>
                  <a:srgbClr val="000000"/>
                </a:solidFill>
                <a:latin typeface="阿里巴巴普惠体"/>
                <a:ea typeface="微软雅黑"/>
                <a:cs typeface="Times New Roman" panose="02020603050405020304" pitchFamily="18" charset="0"/>
                <a:sym typeface="阿里巴巴普惠体"/>
              </a:rPr>
              <a:t>(1)×</a:t>
            </a:r>
            <a:r>
              <a:rPr lang="zh-CN" altLang="zh-CN" sz="2800" i="1" dirty="0">
                <a:solidFill>
                  <a:srgbClr val="000000"/>
                </a:solidFill>
                <a:latin typeface="阿里巴巴普惠体"/>
                <a:ea typeface="微软雅黑"/>
                <a:cs typeface="Times New Roman" panose="02020603050405020304" pitchFamily="18" charset="0"/>
                <a:sym typeface="阿里巴巴普惠体"/>
              </a:rPr>
              <a:t>　</a:t>
            </a:r>
            <a:r>
              <a:rPr lang="en-US" altLang="zh-CN" sz="2800" dirty="0">
                <a:solidFill>
                  <a:srgbClr val="000000"/>
                </a:solidFill>
                <a:latin typeface="阿里巴巴普惠体"/>
                <a:ea typeface="微软雅黑"/>
                <a:cs typeface="Times New Roman" panose="02020603050405020304" pitchFamily="18" charset="0"/>
                <a:sym typeface="阿里巴巴普惠体"/>
              </a:rPr>
              <a:t>(2)×</a:t>
            </a:r>
            <a:r>
              <a:rPr lang="zh-CN" altLang="zh-CN" sz="2800" i="1" dirty="0">
                <a:solidFill>
                  <a:srgbClr val="000000"/>
                </a:solidFill>
                <a:latin typeface="阿里巴巴普惠体"/>
                <a:ea typeface="微软雅黑"/>
                <a:cs typeface="Times New Roman" panose="02020603050405020304" pitchFamily="18" charset="0"/>
                <a:sym typeface="阿里巴巴普惠体"/>
              </a:rPr>
              <a:t>　</a:t>
            </a:r>
            <a:r>
              <a:rPr lang="en-US" altLang="zh-CN" sz="2800" dirty="0">
                <a:solidFill>
                  <a:srgbClr val="000000"/>
                </a:solidFill>
                <a:latin typeface="阿里巴巴普惠体"/>
                <a:ea typeface="微软雅黑"/>
                <a:cs typeface="Times New Roman" panose="02020603050405020304" pitchFamily="18" charset="0"/>
                <a:sym typeface="阿里巴巴普惠体"/>
              </a:rPr>
              <a:t>(3)×</a:t>
            </a:r>
            <a:r>
              <a:rPr lang="zh-CN" altLang="zh-CN" sz="2800" i="1" dirty="0">
                <a:solidFill>
                  <a:srgbClr val="000000"/>
                </a:solidFill>
                <a:latin typeface="阿里巴巴普惠体"/>
                <a:ea typeface="微软雅黑"/>
                <a:cs typeface="Times New Roman" panose="02020603050405020304" pitchFamily="18" charset="0"/>
                <a:sym typeface="阿里巴巴普惠体"/>
              </a:rPr>
              <a:t>　</a:t>
            </a:r>
            <a:r>
              <a:rPr lang="en-US" altLang="zh-CN" sz="2800" dirty="0">
                <a:solidFill>
                  <a:srgbClr val="000000"/>
                </a:solidFill>
                <a:latin typeface="阿里巴巴普惠体"/>
                <a:ea typeface="微软雅黑"/>
                <a:cs typeface="Times New Roman" panose="02020603050405020304" pitchFamily="18" charset="0"/>
                <a:sym typeface="阿里巴巴普惠体"/>
              </a:rPr>
              <a:t>(4)√</a:t>
            </a:r>
            <a:endParaRPr lang="zh-CN" altLang="zh-CN" sz="2800" dirty="0">
              <a:solidFill>
                <a:srgbClr val="000000"/>
              </a:solidFill>
              <a:effectLst/>
              <a:latin typeface="阿里巴巴普惠体"/>
              <a:ea typeface="微软雅黑"/>
              <a:cs typeface="Times New Roman" panose="02020603050405020304" pitchFamily="18" charset="0"/>
              <a:sym typeface="阿里巴巴普惠体"/>
            </a:endParaRPr>
          </a:p>
        </p:txBody>
      </p:sp>
    </p:spTree>
    <p:extLst>
      <p:ext uri="{BB962C8B-B14F-4D97-AF65-F5344CB8AC3E}">
        <p14:creationId xmlns:p14="http://schemas.microsoft.com/office/powerpoint/2010/main" val="10515306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randombar(horizontal)">
                                      <p:cBhvr>
                                        <p:cTn id="7"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720526"/>
            <a:ext cx="11430000" cy="177279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阿里巴巴普惠体"/>
                <a:ea typeface="微软雅黑"/>
                <a:cs typeface="Times New Roman" panose="02020603050405020304" pitchFamily="18" charset="0"/>
                <a:sym typeface="阿里巴巴普惠体"/>
              </a:rPr>
              <a:t>微练习</a:t>
            </a:r>
          </a:p>
          <a:p>
            <a:pPr>
              <a:lnSpc>
                <a:spcPct val="130000"/>
              </a:lnSpc>
              <a:spcAft>
                <a:spcPts val="0"/>
              </a:spcAft>
              <a:tabLst>
                <a:tab pos="1188085" algn="l"/>
                <a:tab pos="2163445" algn="l"/>
                <a:tab pos="3142615" algn="l"/>
                <a:tab pos="4190365" algn="l"/>
              </a:tabLst>
            </a:pPr>
            <a:r>
              <a:rPr lang="en-US" altLang="zh-CN" sz="2800">
                <a:solidFill>
                  <a:srgbClr val="000000"/>
                </a:solidFill>
                <a:latin typeface="阿里巴巴普惠体"/>
                <a:ea typeface="微软雅黑"/>
                <a:cs typeface="Times New Roman" panose="02020603050405020304" pitchFamily="18" charset="0"/>
                <a:sym typeface="阿里巴巴普惠体"/>
              </a:rPr>
              <a:t>(1)cos 15°</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zh-CN" altLang="zh-CN" sz="2800" i="1" u="sng">
                <a:solidFill>
                  <a:srgbClr val="FF0000"/>
                </a:solidFill>
                <a:uFill>
                  <a:solidFill>
                    <a:srgbClr val="000000"/>
                  </a:solidFill>
                </a:uFill>
                <a:latin typeface="阿里巴巴普惠体"/>
                <a:ea typeface="微软雅黑"/>
                <a:cs typeface="Times New Roman" panose="02020603050405020304" pitchFamily="18" charset="0"/>
                <a:sym typeface="阿里巴巴普惠体"/>
              </a:rPr>
              <a:t>　　　　　</a:t>
            </a:r>
            <a:r>
              <a:rPr lang="en-US" altLang="zh-CN" sz="2800" i="1">
                <a:solidFill>
                  <a:srgbClr val="000000"/>
                </a:solidFill>
                <a:latin typeface="阿里巴巴普惠体"/>
                <a:ea typeface="微软雅黑"/>
                <a:cs typeface="Times New Roman" panose="02020603050405020304" pitchFamily="18" charset="0"/>
                <a:sym typeface="阿里巴巴普惠体"/>
              </a:rPr>
              <a:t>. </a:t>
            </a:r>
            <a:endParaRPr lang="zh-CN" altLang="zh-CN" sz="280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阿里巴巴普惠体"/>
                <a:ea typeface="微软雅黑"/>
                <a:cs typeface="Times New Roman" panose="02020603050405020304" pitchFamily="18" charset="0"/>
                <a:sym typeface="阿里巴巴普惠体"/>
              </a:rPr>
              <a:t>(2)cos 75°cos 15°</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sin 75°sin 15°</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zh-CN" altLang="zh-CN" sz="2800" i="1" u="sng">
                <a:solidFill>
                  <a:srgbClr val="FF0000"/>
                </a:solidFill>
                <a:uFill>
                  <a:solidFill>
                    <a:srgbClr val="000000"/>
                  </a:solidFill>
                </a:uFill>
                <a:latin typeface="阿里巴巴普惠体"/>
                <a:ea typeface="微软雅黑"/>
                <a:cs typeface="Times New Roman" panose="02020603050405020304" pitchFamily="18" charset="0"/>
                <a:sym typeface="阿里巴巴普惠体"/>
              </a:rPr>
              <a:t>　　　　　</a:t>
            </a:r>
            <a:r>
              <a:rPr lang="en-US" altLang="zh-CN" sz="2800" i="1">
                <a:solidFill>
                  <a:srgbClr val="000000"/>
                </a:solidFill>
                <a:latin typeface="阿里巴巴普惠体"/>
                <a:ea typeface="微软雅黑"/>
                <a:cs typeface="Times New Roman" panose="02020603050405020304" pitchFamily="18" charset="0"/>
                <a:sym typeface="阿里巴巴普惠体"/>
              </a:rPr>
              <a:t>. </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819011873"/>
              </p:ext>
            </p:extLst>
          </p:nvPr>
        </p:nvGraphicFramePr>
        <p:xfrm>
          <a:off x="458424" y="2449910"/>
          <a:ext cx="11275153" cy="685515"/>
        </p:xfrm>
        <a:graphic>
          <a:graphicData uri="http://schemas.openxmlformats.org/presentationml/2006/ole">
            <mc:AlternateContent xmlns:mc="http://schemas.openxmlformats.org/markup-compatibility/2006">
              <mc:Choice xmlns:v="urn:schemas-microsoft-com:vml" Requires="v">
                <p:oleObj spid="_x0000_s1030" name="文档" r:id="rId4" imgW="4510061" imgH="274206" progId="Word.Document.12">
                  <p:embed/>
                </p:oleObj>
              </mc:Choice>
              <mc:Fallback>
                <p:oleObj name="文档" r:id="rId4" imgW="4510061" imgH="274206" progId="Word.Document.12">
                  <p:embed/>
                  <p:pic>
                    <p:nvPicPr>
                      <p:cNvPr id="0" name=""/>
                      <p:cNvPicPr/>
                      <p:nvPr/>
                    </p:nvPicPr>
                    <p:blipFill>
                      <a:blip r:embed="rId5"/>
                      <a:stretch>
                        <a:fillRect/>
                      </a:stretch>
                    </p:blipFill>
                    <p:spPr>
                      <a:xfrm>
                        <a:off x="458424" y="2449910"/>
                        <a:ext cx="11275153" cy="685515"/>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489467558"/>
              </p:ext>
            </p:extLst>
          </p:nvPr>
        </p:nvGraphicFramePr>
        <p:xfrm>
          <a:off x="458424" y="3233445"/>
          <a:ext cx="11275153" cy="1973890"/>
        </p:xfrm>
        <a:graphic>
          <a:graphicData uri="http://schemas.openxmlformats.org/presentationml/2006/ole">
            <mc:AlternateContent xmlns:mc="http://schemas.openxmlformats.org/markup-compatibility/2006">
              <mc:Choice xmlns:v="urn:schemas-microsoft-com:vml" Requires="v">
                <p:oleObj spid="_x0000_s1031" name="文档" r:id="rId7" imgW="4510061" imgH="789556" progId="Word.Document.12">
                  <p:embed/>
                </p:oleObj>
              </mc:Choice>
              <mc:Fallback>
                <p:oleObj name="文档" r:id="rId7" imgW="4510061" imgH="789556" progId="Word.Document.12">
                  <p:embed/>
                  <p:pic>
                    <p:nvPicPr>
                      <p:cNvPr id="0" name=""/>
                      <p:cNvPicPr/>
                      <p:nvPr/>
                    </p:nvPicPr>
                    <p:blipFill>
                      <a:blip r:embed="rId8"/>
                      <a:stretch>
                        <a:fillRect/>
                      </a:stretch>
                    </p:blipFill>
                    <p:spPr>
                      <a:xfrm>
                        <a:off x="458424" y="3233445"/>
                        <a:ext cx="11275153" cy="1973890"/>
                      </a:xfrm>
                      <a:prstGeom prst="rect">
                        <a:avLst/>
                      </a:prstGeom>
                    </p:spPr>
                  </p:pic>
                </p:oleObj>
              </mc:Fallback>
            </mc:AlternateContent>
          </a:graphicData>
        </a:graphic>
      </p:graphicFrame>
    </p:spTree>
    <p:extLst>
      <p:ext uri="{BB962C8B-B14F-4D97-AF65-F5344CB8AC3E}">
        <p14:creationId xmlns:p14="http://schemas.microsoft.com/office/powerpoint/2010/main" val="11163650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1940601" y="2636520"/>
            <a:ext cx="1105802" cy="815646"/>
            <a:chOff x="-1604504" y="2147667"/>
            <a:chExt cx="3687215" cy="2719712"/>
          </a:xfrm>
        </p:grpSpPr>
        <p:cxnSp>
          <p:nvCxnSpPr>
            <p:cNvPr id="14" name="直接连接符 13"/>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15" name="直接连接符 14"/>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16" name="组合 15"/>
          <p:cNvGrpSpPr/>
          <p:nvPr/>
        </p:nvGrpSpPr>
        <p:grpSpPr>
          <a:xfrm flipH="1" flipV="1">
            <a:off x="8879736" y="2665586"/>
            <a:ext cx="1105803" cy="815646"/>
            <a:chOff x="-1604504" y="2147667"/>
            <a:chExt cx="3687215" cy="2719712"/>
          </a:xfrm>
        </p:grpSpPr>
        <p:cxnSp>
          <p:nvCxnSpPr>
            <p:cNvPr id="17" name="直接连接符 16"/>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8" name="直接连接符 17"/>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9" name="文本框 18"/>
          <p:cNvSpPr txBox="1"/>
          <p:nvPr/>
        </p:nvSpPr>
        <p:spPr>
          <a:xfrm>
            <a:off x="2918208" y="2585720"/>
            <a:ext cx="6252845" cy="922020"/>
          </a:xfrm>
          <a:prstGeom prst="rect">
            <a:avLst/>
          </a:prstGeom>
          <a:noFill/>
        </p:spPr>
        <p:txBody>
          <a:bodyPr wrap="square" rtlCol="0">
            <a:spAutoFit/>
          </a:bodyPr>
          <a:lstStyle/>
          <a:p>
            <a:pPr algn="ctr"/>
            <a:r>
              <a:rPr lang="zh-CN" altLang="en-US" sz="5400" b="1" smtClean="0">
                <a:solidFill>
                  <a:srgbClr val="4D4D4D"/>
                </a:solidFill>
                <a:latin typeface="阿里巴巴普惠体"/>
                <a:ea typeface="微软雅黑"/>
                <a:cs typeface="方正姚体" panose="02010601030101010101" charset="-122"/>
                <a:sym typeface="阿里巴巴普惠体"/>
              </a:rPr>
              <a:t>课堂篇  探究学习</a:t>
            </a:r>
            <a:endParaRPr lang="zh-CN" altLang="en-US" sz="5400" b="1">
              <a:solidFill>
                <a:srgbClr val="4D4D4D"/>
              </a:solidFill>
              <a:latin typeface="阿里巴巴普惠体"/>
              <a:ea typeface="微软雅黑"/>
              <a:cs typeface="方正姚体" panose="02010601030101010101" charset="-122"/>
              <a:sym typeface="阿里巴巴普惠体"/>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pSp>
        <p:nvGrpSpPr>
          <p:cNvPr id="35" name="组合 34"/>
          <p:cNvGrpSpPr/>
          <p:nvPr/>
        </p:nvGrpSpPr>
        <p:grpSpPr>
          <a:xfrm>
            <a:off x="2" y="151371"/>
            <a:ext cx="11810998" cy="433754"/>
            <a:chOff x="381000" y="205656"/>
            <a:chExt cx="1181099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阿里巴巴普惠体"/>
                <a:ea typeface="微软雅黑"/>
                <a:sym typeface="阿里巴巴普惠体"/>
              </a:endParaRPr>
            </a:p>
          </p:txBody>
        </p:sp>
        <p:grpSp>
          <p:nvGrpSpPr>
            <p:cNvPr id="37" name="组合 36"/>
            <p:cNvGrpSpPr/>
            <p:nvPr/>
          </p:nvGrpSpPr>
          <p:grpSpPr>
            <a:xfrm>
              <a:off x="381000" y="205656"/>
              <a:ext cx="11810998" cy="433754"/>
              <a:chOff x="3048000" y="2286000"/>
              <a:chExt cx="5015133" cy="457200"/>
            </a:xfrm>
          </p:grpSpPr>
          <p:sp>
            <p:nvSpPr>
              <p:cNvPr id="38" name="矩形 37"/>
              <p:cNvSpPr/>
              <p:nvPr/>
            </p:nvSpPr>
            <p:spPr>
              <a:xfrm>
                <a:off x="3048000" y="2286000"/>
                <a:ext cx="694403"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mtClean="0">
                    <a:solidFill>
                      <a:schemeClr val="bg1"/>
                    </a:solidFill>
                    <a:latin typeface="阿里巴巴普惠体"/>
                    <a:ea typeface="微软雅黑"/>
                    <a:sym typeface="阿里巴巴普惠体"/>
                  </a:rPr>
                  <a:t>探究一</a:t>
                </a:r>
              </a:p>
            </p:txBody>
          </p:sp>
          <p:sp>
            <p:nvSpPr>
              <p:cNvPr id="39" name="矩形 38"/>
              <p:cNvSpPr/>
              <p:nvPr/>
            </p:nvSpPr>
            <p:spPr>
              <a:xfrm>
                <a:off x="3803112" y="2286000"/>
                <a:ext cx="4260021"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latin typeface="阿里巴巴普惠体"/>
                    <a:ea typeface="微软雅黑"/>
                    <a:sym typeface="阿里巴巴普惠体"/>
                  </a:rPr>
                  <a:t>利用两角差的余弦公式解决给角求值问题</a:t>
                </a:r>
              </a:p>
            </p:txBody>
          </p:sp>
        </p:grpSp>
      </p:grpSp>
      <p:graphicFrame>
        <p:nvGraphicFramePr>
          <p:cNvPr id="2" name="对象 1"/>
          <p:cNvGraphicFramePr>
            <a:graphicFrameLocks noChangeAspect="1"/>
          </p:cNvGraphicFramePr>
          <p:nvPr>
            <p:extLst>
              <p:ext uri="{D42A27DB-BD31-4B8C-83A1-F6EECF244321}">
                <p14:modId xmlns:p14="http://schemas.microsoft.com/office/powerpoint/2010/main" val="3276912453"/>
              </p:ext>
            </p:extLst>
          </p:nvPr>
        </p:nvGraphicFramePr>
        <p:xfrm>
          <a:off x="458424" y="1820648"/>
          <a:ext cx="11275153" cy="3470705"/>
        </p:xfrm>
        <a:graphic>
          <a:graphicData uri="http://schemas.openxmlformats.org/presentationml/2006/ole">
            <mc:AlternateContent xmlns:mc="http://schemas.openxmlformats.org/markup-compatibility/2006">
              <mc:Choice xmlns:v="urn:schemas-microsoft-com:vml" Requires="v">
                <p:oleObj spid="_x0000_s2052" name="文档" r:id="rId4" imgW="4510061" imgH="1388282" progId="Word.Document.12">
                  <p:embed/>
                </p:oleObj>
              </mc:Choice>
              <mc:Fallback>
                <p:oleObj name="文档" r:id="rId4" imgW="4510061" imgH="1388282" progId="Word.Document.12">
                  <p:embed/>
                  <p:pic>
                    <p:nvPicPr>
                      <p:cNvPr id="0" name=""/>
                      <p:cNvPicPr/>
                      <p:nvPr/>
                    </p:nvPicPr>
                    <p:blipFill>
                      <a:blip r:embed="rId5"/>
                      <a:stretch>
                        <a:fillRect/>
                      </a:stretch>
                    </p:blipFill>
                    <p:spPr>
                      <a:xfrm>
                        <a:off x="458424" y="1820648"/>
                        <a:ext cx="11275153" cy="3470705"/>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700818273"/>
              </p:ext>
            </p:extLst>
          </p:nvPr>
        </p:nvGraphicFramePr>
        <p:xfrm>
          <a:off x="458424" y="1572419"/>
          <a:ext cx="11275153" cy="3967163"/>
        </p:xfrm>
        <a:graphic>
          <a:graphicData uri="http://schemas.openxmlformats.org/presentationml/2006/ole">
            <mc:AlternateContent xmlns:mc="http://schemas.openxmlformats.org/markup-compatibility/2006">
              <mc:Choice xmlns:v="urn:schemas-microsoft-com:vml" Requires="v">
                <p:oleObj spid="_x0000_s3076" name="文档" r:id="rId4" imgW="4510061" imgH="1586865" progId="Word.Document.12">
                  <p:embed/>
                </p:oleObj>
              </mc:Choice>
              <mc:Fallback>
                <p:oleObj name="文档" r:id="rId4" imgW="4510061" imgH="1586865" progId="Word.Document.12">
                  <p:embed/>
                  <p:pic>
                    <p:nvPicPr>
                      <p:cNvPr id="0" name=""/>
                      <p:cNvPicPr/>
                      <p:nvPr/>
                    </p:nvPicPr>
                    <p:blipFill>
                      <a:blip r:embed="rId5"/>
                      <a:stretch>
                        <a:fillRect/>
                      </a:stretch>
                    </p:blipFill>
                    <p:spPr>
                      <a:xfrm>
                        <a:off x="458424" y="1572419"/>
                        <a:ext cx="11275153" cy="3967163"/>
                      </a:xfrm>
                      <a:prstGeom prst="rect">
                        <a:avLst/>
                      </a:prstGeom>
                    </p:spPr>
                  </p:pic>
                </p:oleObj>
              </mc:Fallback>
            </mc:AlternateContent>
          </a:graphicData>
        </a:graphic>
      </p:graphicFrame>
    </p:spTree>
    <p:extLst>
      <p:ext uri="{BB962C8B-B14F-4D97-AF65-F5344CB8AC3E}">
        <p14:creationId xmlns:p14="http://schemas.microsoft.com/office/powerpoint/2010/main" val="37203496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805262448"/>
              </p:ext>
            </p:extLst>
          </p:nvPr>
        </p:nvGraphicFramePr>
        <p:xfrm>
          <a:off x="458424" y="828633"/>
          <a:ext cx="11275153" cy="5454735"/>
        </p:xfrm>
        <a:graphic>
          <a:graphicData uri="http://schemas.openxmlformats.org/presentationml/2006/ole">
            <mc:AlternateContent xmlns:mc="http://schemas.openxmlformats.org/markup-compatibility/2006">
              <mc:Choice xmlns:v="urn:schemas-microsoft-com:vml" Requires="v">
                <p:oleObj spid="_x0000_s4100" name="文档" r:id="rId4" imgW="4510061" imgH="2181894" progId="Word.Document.12">
                  <p:embed/>
                </p:oleObj>
              </mc:Choice>
              <mc:Fallback>
                <p:oleObj name="文档" r:id="rId4" imgW="4510061" imgH="2181894" progId="Word.Document.12">
                  <p:embed/>
                  <p:pic>
                    <p:nvPicPr>
                      <p:cNvPr id="0" name=""/>
                      <p:cNvPicPr/>
                      <p:nvPr/>
                    </p:nvPicPr>
                    <p:blipFill>
                      <a:blip r:embed="rId5"/>
                      <a:stretch>
                        <a:fillRect/>
                      </a:stretch>
                    </p:blipFill>
                    <p:spPr>
                      <a:xfrm>
                        <a:off x="458424" y="828633"/>
                        <a:ext cx="11275153" cy="5454735"/>
                      </a:xfrm>
                      <a:prstGeom prst="rect">
                        <a:avLst/>
                      </a:prstGeom>
                    </p:spPr>
                  </p:pic>
                </p:oleObj>
              </mc:Fallback>
            </mc:AlternateContent>
          </a:graphicData>
        </a:graphic>
      </p:graphicFrame>
    </p:spTree>
    <p:extLst>
      <p:ext uri="{BB962C8B-B14F-4D97-AF65-F5344CB8AC3E}">
        <p14:creationId xmlns:p14="http://schemas.microsoft.com/office/powerpoint/2010/main" val="124748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923010"/>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000000"/>
                </a:solidFill>
                <a:latin typeface="阿里巴巴普惠体"/>
                <a:ea typeface="微软雅黑"/>
                <a:cs typeface="Times New Roman" panose="02020603050405020304" pitchFamily="18" charset="0"/>
                <a:sym typeface="阿里巴巴普惠体"/>
              </a:rPr>
              <a:t>反思感悟 两角差的余弦公式常见题型及解法</a:t>
            </a: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阿里巴巴普惠体"/>
                <a:ea typeface="微软雅黑"/>
                <a:cs typeface="Times New Roman" panose="02020603050405020304" pitchFamily="18" charset="0"/>
                <a:sym typeface="阿里巴巴普惠体"/>
              </a:rPr>
              <a:t>(1)</a:t>
            </a:r>
            <a:r>
              <a:rPr lang="zh-CN" altLang="zh-CN" sz="2800" dirty="0">
                <a:solidFill>
                  <a:srgbClr val="000000"/>
                </a:solidFill>
                <a:latin typeface="阿里巴巴普惠体"/>
                <a:ea typeface="微软雅黑"/>
                <a:cs typeface="Times New Roman" panose="02020603050405020304" pitchFamily="18" charset="0"/>
                <a:sym typeface="阿里巴巴普惠体"/>
              </a:rPr>
              <a:t>两特殊角之差的余弦值</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利用两角差的余弦公式直接展开求解</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阿里巴巴普惠体"/>
                <a:ea typeface="微软雅黑"/>
                <a:cs typeface="Times New Roman" panose="02020603050405020304" pitchFamily="18" charset="0"/>
                <a:sym typeface="阿里巴巴普惠体"/>
              </a:rPr>
              <a:t>(2)</a:t>
            </a:r>
            <a:r>
              <a:rPr lang="zh-CN" altLang="zh-CN" sz="2800" dirty="0">
                <a:solidFill>
                  <a:srgbClr val="000000"/>
                </a:solidFill>
                <a:latin typeface="阿里巴巴普惠体"/>
                <a:ea typeface="微软雅黑"/>
                <a:cs typeface="Times New Roman" panose="02020603050405020304" pitchFamily="18" charset="0"/>
                <a:sym typeface="阿里巴巴普惠体"/>
              </a:rPr>
              <a:t>含有常数的式子</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先将系数转化为特殊角的三角函数值</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再利用两角差的余弦公式求解</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阿里巴巴普惠体"/>
                <a:ea typeface="微软雅黑"/>
                <a:cs typeface="Times New Roman" panose="02020603050405020304" pitchFamily="18" charset="0"/>
                <a:sym typeface="阿里巴巴普惠体"/>
              </a:rPr>
              <a:t>(3)</a:t>
            </a:r>
            <a:r>
              <a:rPr lang="zh-CN" altLang="zh-CN" sz="2800" dirty="0">
                <a:solidFill>
                  <a:srgbClr val="000000"/>
                </a:solidFill>
                <a:latin typeface="阿里巴巴普惠体"/>
                <a:ea typeface="微软雅黑"/>
                <a:cs typeface="Times New Roman" panose="02020603050405020304" pitchFamily="18" charset="0"/>
                <a:sym typeface="阿里巴巴普惠体"/>
              </a:rPr>
              <a:t>求非特殊角的三角函数值</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把非特殊角转化为两个特殊角的差</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然后利用两角差的余弦公式求解</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effectLst/>
              <a:latin typeface="阿里巴巴普惠体"/>
              <a:ea typeface="微软雅黑"/>
              <a:cs typeface="Times New Roman" panose="02020603050405020304" pitchFamily="18" charset="0"/>
              <a:sym typeface="阿里巴巴普惠体"/>
            </a:endParaRPr>
          </a:p>
        </p:txBody>
      </p:sp>
    </p:spTree>
    <p:extLst>
      <p:ext uri="{BB962C8B-B14F-4D97-AF65-F5344CB8AC3E}">
        <p14:creationId xmlns:p14="http://schemas.microsoft.com/office/powerpoint/2010/main" val="1601054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789037"/>
            <a:ext cx="11430000" cy="177279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阿里巴巴普惠体"/>
                <a:ea typeface="微软雅黑"/>
                <a:cs typeface="Times New Roman" panose="02020603050405020304" pitchFamily="18" charset="0"/>
                <a:sym typeface="阿里巴巴普惠体"/>
              </a:rPr>
              <a:t>变式训练</a:t>
            </a:r>
            <a:r>
              <a:rPr lang="en-US" altLang="zh-CN" sz="2800" b="1">
                <a:solidFill>
                  <a:srgbClr val="000000"/>
                </a:solidFill>
                <a:latin typeface="阿里巴巴普惠体"/>
                <a:ea typeface="微软雅黑"/>
                <a:cs typeface="Times New Roman" panose="02020603050405020304" pitchFamily="18" charset="0"/>
                <a:sym typeface="阿里巴巴普惠体"/>
              </a:rPr>
              <a:t>1</a:t>
            </a:r>
            <a:r>
              <a:rPr lang="zh-CN" altLang="zh-CN" sz="2800">
                <a:solidFill>
                  <a:srgbClr val="000000"/>
                </a:solidFill>
                <a:latin typeface="阿里巴巴普惠体"/>
                <a:ea typeface="微软雅黑"/>
                <a:cs typeface="Times New Roman" panose="02020603050405020304" pitchFamily="18" charset="0"/>
                <a:sym typeface="阿里巴巴普惠体"/>
              </a:rPr>
              <a:t>化简下列各式</a:t>
            </a:r>
            <a:r>
              <a:rPr lang="en-US" altLang="zh-CN" sz="2800">
                <a:solidFill>
                  <a:srgbClr val="000000"/>
                </a:solidFill>
                <a:latin typeface="阿里巴巴普惠体"/>
                <a:ea typeface="微软雅黑"/>
                <a:cs typeface="Times New Roman" panose="02020603050405020304" pitchFamily="18" charset="0"/>
                <a:sym typeface="阿里巴巴普惠体"/>
              </a:rPr>
              <a:t>:</a:t>
            </a:r>
            <a:endParaRPr lang="zh-CN" altLang="zh-CN" sz="280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阿里巴巴普惠体"/>
                <a:ea typeface="微软雅黑"/>
                <a:cs typeface="Times New Roman" panose="02020603050405020304" pitchFamily="18" charset="0"/>
                <a:sym typeface="阿里巴巴普惠体"/>
              </a:rPr>
              <a:t>(1)cos(</a:t>
            </a:r>
            <a:r>
              <a:rPr lang="en-US" altLang="zh-CN" sz="2800" i="1">
                <a:solidFill>
                  <a:srgbClr val="000000"/>
                </a:solidFill>
                <a:latin typeface="阿里巴巴普惠体"/>
                <a:ea typeface="微软雅黑"/>
                <a:cs typeface="Times New Roman" panose="02020603050405020304" pitchFamily="18" charset="0"/>
                <a:sym typeface="阿里巴巴普惠体"/>
              </a:rPr>
              <a:t>θ+</a:t>
            </a:r>
            <a:r>
              <a:rPr lang="en-US" altLang="zh-CN" sz="2800">
                <a:solidFill>
                  <a:srgbClr val="000000"/>
                </a:solidFill>
                <a:latin typeface="阿里巴巴普惠体"/>
                <a:ea typeface="微软雅黑"/>
                <a:cs typeface="Times New Roman" panose="02020603050405020304" pitchFamily="18" charset="0"/>
                <a:sym typeface="阿里巴巴普惠体"/>
              </a:rPr>
              <a:t>21°)cos(</a:t>
            </a:r>
            <a:r>
              <a:rPr lang="en-US" altLang="zh-CN" sz="2800" i="1">
                <a:solidFill>
                  <a:srgbClr val="000000"/>
                </a:solidFill>
                <a:latin typeface="阿里巴巴普惠体"/>
                <a:ea typeface="微软雅黑"/>
                <a:cs typeface="Times New Roman" panose="02020603050405020304" pitchFamily="18" charset="0"/>
                <a:sym typeface="阿里巴巴普惠体"/>
              </a:rPr>
              <a:t>θ-</a:t>
            </a:r>
            <a:r>
              <a:rPr lang="en-US" altLang="zh-CN" sz="2800">
                <a:solidFill>
                  <a:srgbClr val="000000"/>
                </a:solidFill>
                <a:latin typeface="阿里巴巴普惠体"/>
                <a:ea typeface="微软雅黑"/>
                <a:cs typeface="Times New Roman" panose="02020603050405020304" pitchFamily="18" charset="0"/>
                <a:sym typeface="阿里巴巴普惠体"/>
              </a:rPr>
              <a:t>24°)</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sin(</a:t>
            </a:r>
            <a:r>
              <a:rPr lang="en-US" altLang="zh-CN" sz="2800" i="1">
                <a:solidFill>
                  <a:srgbClr val="000000"/>
                </a:solidFill>
                <a:latin typeface="阿里巴巴普惠体"/>
                <a:ea typeface="微软雅黑"/>
                <a:cs typeface="Times New Roman" panose="02020603050405020304" pitchFamily="18" charset="0"/>
                <a:sym typeface="阿里巴巴普惠体"/>
              </a:rPr>
              <a:t>θ+</a:t>
            </a:r>
            <a:r>
              <a:rPr lang="en-US" altLang="zh-CN" sz="2800">
                <a:solidFill>
                  <a:srgbClr val="000000"/>
                </a:solidFill>
                <a:latin typeface="阿里巴巴普惠体"/>
                <a:ea typeface="微软雅黑"/>
                <a:cs typeface="Times New Roman" panose="02020603050405020304" pitchFamily="18" charset="0"/>
                <a:sym typeface="阿里巴巴普惠体"/>
              </a:rPr>
              <a:t>21°)sin(</a:t>
            </a:r>
            <a:r>
              <a:rPr lang="en-US" altLang="zh-CN" sz="2800" i="1">
                <a:solidFill>
                  <a:srgbClr val="000000"/>
                </a:solidFill>
                <a:latin typeface="阿里巴巴普惠体"/>
                <a:ea typeface="微软雅黑"/>
                <a:cs typeface="Times New Roman" panose="02020603050405020304" pitchFamily="18" charset="0"/>
                <a:sym typeface="阿里巴巴普惠体"/>
              </a:rPr>
              <a:t>θ-</a:t>
            </a:r>
            <a:r>
              <a:rPr lang="en-US" altLang="zh-CN" sz="2800">
                <a:solidFill>
                  <a:srgbClr val="000000"/>
                </a:solidFill>
                <a:latin typeface="阿里巴巴普惠体"/>
                <a:ea typeface="微软雅黑"/>
                <a:cs typeface="Times New Roman" panose="02020603050405020304" pitchFamily="18" charset="0"/>
                <a:sym typeface="阿里巴巴普惠体"/>
              </a:rPr>
              <a:t>24°);</a:t>
            </a:r>
            <a:endParaRPr lang="zh-CN" altLang="zh-CN" sz="280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阿里巴巴普惠体"/>
                <a:ea typeface="微软雅黑"/>
                <a:cs typeface="Times New Roman" panose="02020603050405020304" pitchFamily="18" charset="0"/>
                <a:sym typeface="阿里巴巴普惠体"/>
              </a:rPr>
              <a:t>(2)</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sin 167°sin 223°</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sin 257°sin 313°;</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675741925"/>
              </p:ext>
            </p:extLst>
          </p:nvPr>
        </p:nvGraphicFramePr>
        <p:xfrm>
          <a:off x="458424" y="3518421"/>
          <a:ext cx="11275153" cy="992015"/>
        </p:xfrm>
        <a:graphic>
          <a:graphicData uri="http://schemas.openxmlformats.org/presentationml/2006/ole">
            <mc:AlternateContent xmlns:mc="http://schemas.openxmlformats.org/markup-compatibility/2006">
              <mc:Choice xmlns:v="urn:schemas-microsoft-com:vml" Requires="v">
                <p:oleObj spid="_x0000_s5124" name="文档" r:id="rId4" imgW="4510061" imgH="396806" progId="Word.Document.12">
                  <p:embed/>
                </p:oleObj>
              </mc:Choice>
              <mc:Fallback>
                <p:oleObj name="文档" r:id="rId4" imgW="4510061" imgH="396806" progId="Word.Document.12">
                  <p:embed/>
                  <p:pic>
                    <p:nvPicPr>
                      <p:cNvPr id="0" name=""/>
                      <p:cNvPicPr/>
                      <p:nvPr/>
                    </p:nvPicPr>
                    <p:blipFill>
                      <a:blip r:embed="rId5"/>
                      <a:stretch>
                        <a:fillRect/>
                      </a:stretch>
                    </p:blipFill>
                    <p:spPr>
                      <a:xfrm>
                        <a:off x="458424" y="3518421"/>
                        <a:ext cx="11275153" cy="992015"/>
                      </a:xfrm>
                      <a:prstGeom prst="rect">
                        <a:avLst/>
                      </a:prstGeom>
                    </p:spPr>
                  </p:pic>
                </p:oleObj>
              </mc:Fallback>
            </mc:AlternateContent>
          </a:graphicData>
        </a:graphic>
      </p:graphicFrame>
    </p:spTree>
    <p:extLst>
      <p:ext uri="{BB962C8B-B14F-4D97-AF65-F5344CB8AC3E}">
        <p14:creationId xmlns:p14="http://schemas.microsoft.com/office/powerpoint/2010/main" val="3665093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3376998189"/>
              </p:ext>
            </p:extLst>
          </p:nvPr>
        </p:nvGraphicFramePr>
        <p:xfrm>
          <a:off x="463550" y="278205"/>
          <a:ext cx="11261725" cy="5926137"/>
        </p:xfrm>
        <a:graphic>
          <a:graphicData uri="http://schemas.openxmlformats.org/presentationml/2006/ole">
            <mc:AlternateContent xmlns:mc="http://schemas.openxmlformats.org/markup-compatibility/2006">
              <mc:Choice xmlns:v="urn:schemas-microsoft-com:vml" Requires="v">
                <p:oleObj spid="_x0000_s6148" name="文档" r:id="rId4" imgW="4510061" imgH="2381199" progId="Word.Document.12">
                  <p:embed/>
                </p:oleObj>
              </mc:Choice>
              <mc:Fallback>
                <p:oleObj name="文档" r:id="rId4" imgW="4510061" imgH="2381199" progId="Word.Document.12">
                  <p:embed/>
                  <p:pic>
                    <p:nvPicPr>
                      <p:cNvPr id="0" name=""/>
                      <p:cNvPicPr/>
                      <p:nvPr/>
                    </p:nvPicPr>
                    <p:blipFill>
                      <a:blip r:embed="rId5"/>
                      <a:stretch>
                        <a:fillRect/>
                      </a:stretch>
                    </p:blipFill>
                    <p:spPr>
                      <a:xfrm>
                        <a:off x="463550" y="278205"/>
                        <a:ext cx="11261725" cy="5926137"/>
                      </a:xfrm>
                      <a:prstGeom prst="rect">
                        <a:avLst/>
                      </a:prstGeom>
                    </p:spPr>
                  </p:pic>
                </p:oleObj>
              </mc:Fallback>
            </mc:AlternateContent>
          </a:graphicData>
        </a:graphic>
      </p:graphicFrame>
    </p:spTree>
    <p:extLst>
      <p:ext uri="{BB962C8B-B14F-4D97-AF65-F5344CB8AC3E}">
        <p14:creationId xmlns:p14="http://schemas.microsoft.com/office/powerpoint/2010/main" val="17238659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0" y="149939"/>
            <a:ext cx="11810998" cy="433754"/>
            <a:chOff x="381000" y="205656"/>
            <a:chExt cx="1181099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阿里巴巴普惠体"/>
                <a:ea typeface="微软雅黑"/>
                <a:sym typeface="阿里巴巴普惠体"/>
              </a:endParaRPr>
            </a:p>
          </p:txBody>
        </p:sp>
        <p:grpSp>
          <p:nvGrpSpPr>
            <p:cNvPr id="11" name="组合 10"/>
            <p:cNvGrpSpPr/>
            <p:nvPr/>
          </p:nvGrpSpPr>
          <p:grpSpPr>
            <a:xfrm>
              <a:off x="381000" y="205656"/>
              <a:ext cx="11810998" cy="433754"/>
              <a:chOff x="3048000" y="2286000"/>
              <a:chExt cx="5015133" cy="457200"/>
            </a:xfrm>
          </p:grpSpPr>
          <p:sp>
            <p:nvSpPr>
              <p:cNvPr id="12" name="矩形 11"/>
              <p:cNvSpPr/>
              <p:nvPr/>
            </p:nvSpPr>
            <p:spPr>
              <a:xfrm>
                <a:off x="3048000" y="2286000"/>
                <a:ext cx="694403"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mtClean="0">
                    <a:solidFill>
                      <a:schemeClr val="bg1"/>
                    </a:solidFill>
                    <a:latin typeface="阿里巴巴普惠体"/>
                    <a:ea typeface="微软雅黑"/>
                    <a:sym typeface="阿里巴巴普惠体"/>
                  </a:rPr>
                  <a:t>探究二</a:t>
                </a:r>
              </a:p>
            </p:txBody>
          </p:sp>
          <p:sp>
            <p:nvSpPr>
              <p:cNvPr id="13" name="矩形 12"/>
              <p:cNvSpPr/>
              <p:nvPr/>
            </p:nvSpPr>
            <p:spPr>
              <a:xfrm>
                <a:off x="3803112" y="2286000"/>
                <a:ext cx="4260021"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latin typeface="阿里巴巴普惠体"/>
                    <a:ea typeface="微软雅黑"/>
                    <a:sym typeface="阿里巴巴普惠体"/>
                  </a:rPr>
                  <a:t>利用两角差的余弦公式解决给值求值问题</a:t>
                </a:r>
                <a:endParaRPr lang="en-US" altLang="zh-CN" sz="2800" b="1">
                  <a:solidFill>
                    <a:schemeClr val="bg1"/>
                  </a:solidFill>
                  <a:latin typeface="阿里巴巴普惠体"/>
                  <a:ea typeface="微软雅黑"/>
                  <a:sym typeface="阿里巴巴普惠体"/>
                </a:endParaRPr>
              </a:p>
            </p:txBody>
          </p:sp>
        </p:grpSp>
      </p:grpSp>
      <p:graphicFrame>
        <p:nvGraphicFramePr>
          <p:cNvPr id="2" name="对象 1"/>
          <p:cNvGraphicFramePr>
            <a:graphicFrameLocks noChangeAspect="1"/>
          </p:cNvGraphicFramePr>
          <p:nvPr>
            <p:extLst>
              <p:ext uri="{D42A27DB-BD31-4B8C-83A1-F6EECF244321}">
                <p14:modId xmlns:p14="http://schemas.microsoft.com/office/powerpoint/2010/main" val="1543916250"/>
              </p:ext>
            </p:extLst>
          </p:nvPr>
        </p:nvGraphicFramePr>
        <p:xfrm>
          <a:off x="458424" y="2316205"/>
          <a:ext cx="11275153" cy="2479590"/>
        </p:xfrm>
        <a:graphic>
          <a:graphicData uri="http://schemas.openxmlformats.org/presentationml/2006/ole">
            <mc:AlternateContent xmlns:mc="http://schemas.openxmlformats.org/markup-compatibility/2006">
              <mc:Choice xmlns:v="urn:schemas-microsoft-com:vml" Requires="v">
                <p:oleObj spid="_x0000_s7172" name="文档" r:id="rId4" imgW="4510061" imgH="991836" progId="Word.Document.12">
                  <p:embed/>
                </p:oleObj>
              </mc:Choice>
              <mc:Fallback>
                <p:oleObj name="文档" r:id="rId4" imgW="4510061" imgH="991836" progId="Word.Document.12">
                  <p:embed/>
                  <p:pic>
                    <p:nvPicPr>
                      <p:cNvPr id="0" name=""/>
                      <p:cNvPicPr/>
                      <p:nvPr/>
                    </p:nvPicPr>
                    <p:blipFill>
                      <a:blip r:embed="rId5"/>
                      <a:stretch>
                        <a:fillRect/>
                      </a:stretch>
                    </p:blipFill>
                    <p:spPr>
                      <a:xfrm>
                        <a:off x="458424" y="2316205"/>
                        <a:ext cx="11275153" cy="2479590"/>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483066731"/>
              </p:ext>
            </p:extLst>
          </p:nvPr>
        </p:nvGraphicFramePr>
        <p:xfrm>
          <a:off x="458424" y="571779"/>
          <a:ext cx="11275153" cy="5454735"/>
        </p:xfrm>
        <a:graphic>
          <a:graphicData uri="http://schemas.openxmlformats.org/presentationml/2006/ole">
            <mc:AlternateContent xmlns:mc="http://schemas.openxmlformats.org/markup-compatibility/2006">
              <mc:Choice xmlns:v="urn:schemas-microsoft-com:vml" Requires="v">
                <p:oleObj spid="_x0000_s8196" name="文档" r:id="rId4" imgW="4510061" imgH="2181894" progId="Word.Document.12">
                  <p:embed/>
                </p:oleObj>
              </mc:Choice>
              <mc:Fallback>
                <p:oleObj name="文档" r:id="rId4" imgW="4510061" imgH="2181894" progId="Word.Document.12">
                  <p:embed/>
                  <p:pic>
                    <p:nvPicPr>
                      <p:cNvPr id="0" name=""/>
                      <p:cNvPicPr/>
                      <p:nvPr/>
                    </p:nvPicPr>
                    <p:blipFill>
                      <a:blip r:embed="rId5"/>
                      <a:stretch>
                        <a:fillRect/>
                      </a:stretch>
                    </p:blipFill>
                    <p:spPr>
                      <a:xfrm>
                        <a:off x="458424" y="571779"/>
                        <a:ext cx="11275153" cy="5454735"/>
                      </a:xfrm>
                      <a:prstGeom prst="rect">
                        <a:avLst/>
                      </a:prstGeom>
                    </p:spPr>
                  </p:pic>
                </p:oleObj>
              </mc:Fallback>
            </mc:AlternateContent>
          </a:graphicData>
        </a:graphic>
      </p:graphicFrame>
    </p:spTree>
    <p:extLst>
      <p:ext uri="{BB962C8B-B14F-4D97-AF65-F5344CB8AC3E}">
        <p14:creationId xmlns:p14="http://schemas.microsoft.com/office/powerpoint/2010/main" val="21261690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973945108"/>
              </p:ext>
            </p:extLst>
          </p:nvPr>
        </p:nvGraphicFramePr>
        <p:xfrm>
          <a:off x="458424" y="1572419"/>
          <a:ext cx="11275153" cy="3967163"/>
        </p:xfrm>
        <a:graphic>
          <a:graphicData uri="http://schemas.openxmlformats.org/presentationml/2006/ole">
            <mc:AlternateContent xmlns:mc="http://schemas.openxmlformats.org/markup-compatibility/2006">
              <mc:Choice xmlns:v="urn:schemas-microsoft-com:vml" Requires="v">
                <p:oleObj spid="_x0000_s9220" name="文档" r:id="rId4" imgW="4510061" imgH="1586865" progId="Word.Document.12">
                  <p:embed/>
                </p:oleObj>
              </mc:Choice>
              <mc:Fallback>
                <p:oleObj name="文档" r:id="rId4" imgW="4510061" imgH="1586865" progId="Word.Document.12">
                  <p:embed/>
                  <p:pic>
                    <p:nvPicPr>
                      <p:cNvPr id="0" name=""/>
                      <p:cNvPicPr/>
                      <p:nvPr/>
                    </p:nvPicPr>
                    <p:blipFill>
                      <a:blip r:embed="rId5"/>
                      <a:stretch>
                        <a:fillRect/>
                      </a:stretch>
                    </p:blipFill>
                    <p:spPr>
                      <a:xfrm>
                        <a:off x="458424" y="1572419"/>
                        <a:ext cx="11275153" cy="3967163"/>
                      </a:xfrm>
                      <a:prstGeom prst="rect">
                        <a:avLst/>
                      </a:prstGeom>
                    </p:spPr>
                  </p:pic>
                </p:oleObj>
              </mc:Fallback>
            </mc:AlternateContent>
          </a:graphicData>
        </a:graphic>
      </p:graphicFrame>
    </p:spTree>
    <p:extLst>
      <p:ext uri="{BB962C8B-B14F-4D97-AF65-F5344CB8AC3E}">
        <p14:creationId xmlns:p14="http://schemas.microsoft.com/office/powerpoint/2010/main" val="18304485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329783"/>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000000"/>
                </a:solidFill>
                <a:latin typeface="阿里巴巴普惠体"/>
                <a:ea typeface="微软雅黑"/>
                <a:cs typeface="Times New Roman" panose="02020603050405020304" pitchFamily="18" charset="0"/>
                <a:sym typeface="阿里巴巴普惠体"/>
              </a:rPr>
              <a:t>反思感悟 给值求值的解题策略</a:t>
            </a: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阿里巴巴普惠体"/>
                <a:ea typeface="微软雅黑"/>
                <a:cs typeface="Times New Roman" panose="02020603050405020304" pitchFamily="18" charset="0"/>
                <a:sym typeface="阿里巴巴普惠体"/>
              </a:rPr>
              <a:t>(1)</a:t>
            </a:r>
            <a:r>
              <a:rPr lang="zh-CN" altLang="zh-CN" sz="2800" dirty="0">
                <a:solidFill>
                  <a:srgbClr val="000000"/>
                </a:solidFill>
                <a:latin typeface="阿里巴巴普惠体"/>
                <a:ea typeface="微软雅黑"/>
                <a:cs typeface="Times New Roman" panose="02020603050405020304" pitchFamily="18" charset="0"/>
                <a:sym typeface="阿里巴巴普惠体"/>
              </a:rPr>
              <a:t>已知某些角的三角函数值</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求另外一些角的三角函数值</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要注意观察已知角与所求表达式中角的关系</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适当地拆角与凑角</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阿里巴巴普惠体"/>
                <a:ea typeface="微软雅黑"/>
                <a:cs typeface="Times New Roman" panose="02020603050405020304" pitchFamily="18" charset="0"/>
                <a:sym typeface="阿里巴巴普惠体"/>
              </a:rPr>
              <a:t>(2)</a:t>
            </a:r>
            <a:r>
              <a:rPr lang="zh-CN" altLang="zh-CN" sz="2800" dirty="0">
                <a:solidFill>
                  <a:srgbClr val="000000"/>
                </a:solidFill>
                <a:latin typeface="阿里巴巴普惠体"/>
                <a:ea typeface="微软雅黑"/>
                <a:cs typeface="Times New Roman" panose="02020603050405020304" pitchFamily="18" charset="0"/>
                <a:sym typeface="阿里巴巴普惠体"/>
              </a:rPr>
              <a:t>由于和、差角与单角是相对的</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因此解题过程中根据需要灵活地进行拆角或凑角的变换</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常见角的变换有</a:t>
            </a:r>
            <a:r>
              <a:rPr lang="en-US" altLang="zh-CN" sz="2800"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effectLst/>
              <a:latin typeface="阿里巴巴普惠体"/>
              <a:ea typeface="微软雅黑"/>
              <a:cs typeface="Times New Roman" panose="02020603050405020304" pitchFamily="18" charset="0"/>
              <a:sym typeface="阿里巴巴普惠体"/>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4003336869"/>
              </p:ext>
            </p:extLst>
          </p:nvPr>
        </p:nvGraphicFramePr>
        <p:xfrm>
          <a:off x="458424" y="4162610"/>
          <a:ext cx="11275153" cy="992015"/>
        </p:xfrm>
        <a:graphic>
          <a:graphicData uri="http://schemas.openxmlformats.org/presentationml/2006/ole">
            <mc:AlternateContent xmlns:mc="http://schemas.openxmlformats.org/markup-compatibility/2006">
              <mc:Choice xmlns:v="urn:schemas-microsoft-com:vml" Requires="v">
                <p:oleObj spid="_x0000_s10244" name="文档" r:id="rId4" imgW="4510061" imgH="396806" progId="Word.Document.12">
                  <p:embed/>
                </p:oleObj>
              </mc:Choice>
              <mc:Fallback>
                <p:oleObj name="文档" r:id="rId4" imgW="4510061" imgH="396806" progId="Word.Document.12">
                  <p:embed/>
                  <p:pic>
                    <p:nvPicPr>
                      <p:cNvPr id="0" name=""/>
                      <p:cNvPicPr/>
                      <p:nvPr/>
                    </p:nvPicPr>
                    <p:blipFill>
                      <a:blip r:embed="rId5"/>
                      <a:stretch>
                        <a:fillRect/>
                      </a:stretch>
                    </p:blipFill>
                    <p:spPr>
                      <a:xfrm>
                        <a:off x="458424" y="4162610"/>
                        <a:ext cx="11275153" cy="992015"/>
                      </a:xfrm>
                      <a:prstGeom prst="rect">
                        <a:avLst/>
                      </a:prstGeom>
                    </p:spPr>
                  </p:pic>
                </p:oleObj>
              </mc:Fallback>
            </mc:AlternateContent>
          </a:graphicData>
        </a:graphic>
      </p:graphicFrame>
    </p:spTree>
    <p:extLst>
      <p:ext uri="{BB962C8B-B14F-4D97-AF65-F5344CB8AC3E}">
        <p14:creationId xmlns:p14="http://schemas.microsoft.com/office/powerpoint/2010/main" val="20501124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881296882"/>
              </p:ext>
            </p:extLst>
          </p:nvPr>
        </p:nvGraphicFramePr>
        <p:xfrm>
          <a:off x="458424" y="2316205"/>
          <a:ext cx="11275153" cy="2479590"/>
        </p:xfrm>
        <a:graphic>
          <a:graphicData uri="http://schemas.openxmlformats.org/presentationml/2006/ole">
            <mc:AlternateContent xmlns:mc="http://schemas.openxmlformats.org/markup-compatibility/2006">
              <mc:Choice xmlns:v="urn:schemas-microsoft-com:vml" Requires="v">
                <p:oleObj spid="_x0000_s11268" name="文档" r:id="rId4" imgW="4510061" imgH="991836" progId="Word.Document.12">
                  <p:embed/>
                </p:oleObj>
              </mc:Choice>
              <mc:Fallback>
                <p:oleObj name="文档" r:id="rId4" imgW="4510061" imgH="991836" progId="Word.Document.12">
                  <p:embed/>
                  <p:pic>
                    <p:nvPicPr>
                      <p:cNvPr id="0" name=""/>
                      <p:cNvPicPr/>
                      <p:nvPr/>
                    </p:nvPicPr>
                    <p:blipFill>
                      <a:blip r:embed="rId5"/>
                      <a:stretch>
                        <a:fillRect/>
                      </a:stretch>
                    </p:blipFill>
                    <p:spPr>
                      <a:xfrm>
                        <a:off x="458424" y="2316205"/>
                        <a:ext cx="11275153" cy="2479590"/>
                      </a:xfrm>
                      <a:prstGeom prst="rect">
                        <a:avLst/>
                      </a:prstGeom>
                    </p:spPr>
                  </p:pic>
                </p:oleObj>
              </mc:Fallback>
            </mc:AlternateContent>
          </a:graphicData>
        </a:graphic>
      </p:graphicFrame>
    </p:spTree>
    <p:extLst>
      <p:ext uri="{BB962C8B-B14F-4D97-AF65-F5344CB8AC3E}">
        <p14:creationId xmlns:p14="http://schemas.microsoft.com/office/powerpoint/2010/main" val="19263981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89080199"/>
              </p:ext>
            </p:extLst>
          </p:nvPr>
        </p:nvGraphicFramePr>
        <p:xfrm>
          <a:off x="458424" y="409260"/>
          <a:ext cx="11275153" cy="992015"/>
        </p:xfrm>
        <a:graphic>
          <a:graphicData uri="http://schemas.openxmlformats.org/presentationml/2006/ole">
            <mc:AlternateContent xmlns:mc="http://schemas.openxmlformats.org/markup-compatibility/2006">
              <mc:Choice xmlns:v="urn:schemas-microsoft-com:vml" Requires="v">
                <p:oleObj spid="_x0000_s12294" name="文档" r:id="rId4" imgW="4510061" imgH="396806" progId="Word.Document.12">
                  <p:embed/>
                </p:oleObj>
              </mc:Choice>
              <mc:Fallback>
                <p:oleObj name="文档" r:id="rId4" imgW="4510061" imgH="396806" progId="Word.Document.12">
                  <p:embed/>
                  <p:pic>
                    <p:nvPicPr>
                      <p:cNvPr id="0" name=""/>
                      <p:cNvPicPr/>
                      <p:nvPr/>
                    </p:nvPicPr>
                    <p:blipFill>
                      <a:blip r:embed="rId5"/>
                      <a:stretch>
                        <a:fillRect/>
                      </a:stretch>
                    </p:blipFill>
                    <p:spPr>
                      <a:xfrm>
                        <a:off x="458424" y="409260"/>
                        <a:ext cx="11275153" cy="992015"/>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78805774"/>
              </p:ext>
            </p:extLst>
          </p:nvPr>
        </p:nvGraphicFramePr>
        <p:xfrm>
          <a:off x="458424" y="1251522"/>
          <a:ext cx="11275153" cy="4958278"/>
        </p:xfrm>
        <a:graphic>
          <a:graphicData uri="http://schemas.openxmlformats.org/presentationml/2006/ole">
            <mc:AlternateContent xmlns:mc="http://schemas.openxmlformats.org/markup-compatibility/2006">
              <mc:Choice xmlns:v="urn:schemas-microsoft-com:vml" Requires="v">
                <p:oleObj spid="_x0000_s12295" name="文档" r:id="rId7" imgW="4510061" imgH="1983311" progId="Word.Document.12">
                  <p:embed/>
                </p:oleObj>
              </mc:Choice>
              <mc:Fallback>
                <p:oleObj name="文档" r:id="rId7" imgW="4510061" imgH="1983311" progId="Word.Document.12">
                  <p:embed/>
                  <p:pic>
                    <p:nvPicPr>
                      <p:cNvPr id="0" name=""/>
                      <p:cNvPicPr/>
                      <p:nvPr/>
                    </p:nvPicPr>
                    <p:blipFill>
                      <a:blip r:embed="rId8"/>
                      <a:stretch>
                        <a:fillRect/>
                      </a:stretch>
                    </p:blipFill>
                    <p:spPr>
                      <a:xfrm>
                        <a:off x="458424" y="1251522"/>
                        <a:ext cx="11275153" cy="4958278"/>
                      </a:xfrm>
                      <a:prstGeom prst="rect">
                        <a:avLst/>
                      </a:prstGeom>
                    </p:spPr>
                  </p:pic>
                </p:oleObj>
              </mc:Fallback>
            </mc:AlternateContent>
          </a:graphicData>
        </a:graphic>
      </p:graphicFrame>
    </p:spTree>
    <p:extLst>
      <p:ext uri="{BB962C8B-B14F-4D97-AF65-F5344CB8AC3E}">
        <p14:creationId xmlns:p14="http://schemas.microsoft.com/office/powerpoint/2010/main" val="27635668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组合 34"/>
          <p:cNvGrpSpPr/>
          <p:nvPr/>
        </p:nvGrpSpPr>
        <p:grpSpPr>
          <a:xfrm>
            <a:off x="2" y="151371"/>
            <a:ext cx="11810998" cy="433754"/>
            <a:chOff x="381000" y="205656"/>
            <a:chExt cx="1181099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阿里巴巴普惠体"/>
                <a:ea typeface="微软雅黑"/>
                <a:sym typeface="阿里巴巴普惠体"/>
              </a:endParaRPr>
            </a:p>
          </p:txBody>
        </p:sp>
        <p:grpSp>
          <p:nvGrpSpPr>
            <p:cNvPr id="37" name="组合 36"/>
            <p:cNvGrpSpPr/>
            <p:nvPr/>
          </p:nvGrpSpPr>
          <p:grpSpPr>
            <a:xfrm>
              <a:off x="381000" y="205656"/>
              <a:ext cx="11810998" cy="433754"/>
              <a:chOff x="3048000" y="2286000"/>
              <a:chExt cx="5015133" cy="457200"/>
            </a:xfrm>
          </p:grpSpPr>
          <p:sp>
            <p:nvSpPr>
              <p:cNvPr id="38" name="矩形 37"/>
              <p:cNvSpPr/>
              <p:nvPr/>
            </p:nvSpPr>
            <p:spPr>
              <a:xfrm>
                <a:off x="3048000" y="2286000"/>
                <a:ext cx="694403"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mtClean="0">
                    <a:solidFill>
                      <a:schemeClr val="bg1"/>
                    </a:solidFill>
                    <a:latin typeface="阿里巴巴普惠体"/>
                    <a:ea typeface="微软雅黑"/>
                    <a:sym typeface="阿里巴巴普惠体"/>
                  </a:rPr>
                  <a:t>探究三</a:t>
                </a:r>
              </a:p>
            </p:txBody>
          </p:sp>
          <p:sp>
            <p:nvSpPr>
              <p:cNvPr id="39" name="矩形 38"/>
              <p:cNvSpPr/>
              <p:nvPr/>
            </p:nvSpPr>
            <p:spPr>
              <a:xfrm>
                <a:off x="3803112" y="2286000"/>
                <a:ext cx="4260021"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latin typeface="阿里巴巴普惠体"/>
                    <a:ea typeface="微软雅黑"/>
                    <a:sym typeface="阿里巴巴普惠体"/>
                  </a:rPr>
                  <a:t>利用两角差的余弦公式解决给值求角问题</a:t>
                </a:r>
              </a:p>
            </p:txBody>
          </p:sp>
        </p:grpSp>
      </p:grpSp>
      <p:graphicFrame>
        <p:nvGraphicFramePr>
          <p:cNvPr id="2" name="对象 1"/>
          <p:cNvGraphicFramePr>
            <a:graphicFrameLocks noChangeAspect="1"/>
          </p:cNvGraphicFramePr>
          <p:nvPr>
            <p:extLst>
              <p:ext uri="{D42A27DB-BD31-4B8C-83A1-F6EECF244321}">
                <p14:modId xmlns:p14="http://schemas.microsoft.com/office/powerpoint/2010/main" val="2494850289"/>
              </p:ext>
            </p:extLst>
          </p:nvPr>
        </p:nvGraphicFramePr>
        <p:xfrm>
          <a:off x="458424" y="832091"/>
          <a:ext cx="11275153" cy="992015"/>
        </p:xfrm>
        <a:graphic>
          <a:graphicData uri="http://schemas.openxmlformats.org/presentationml/2006/ole">
            <mc:AlternateContent xmlns:mc="http://schemas.openxmlformats.org/markup-compatibility/2006">
              <mc:Choice xmlns:v="urn:schemas-microsoft-com:vml" Requires="v">
                <p:oleObj spid="_x0000_s13318" name="文档" r:id="rId4" imgW="4510061" imgH="396806" progId="Word.Document.12">
                  <p:embed/>
                </p:oleObj>
              </mc:Choice>
              <mc:Fallback>
                <p:oleObj name="文档" r:id="rId4" imgW="4510061" imgH="396806" progId="Word.Document.12">
                  <p:embed/>
                  <p:pic>
                    <p:nvPicPr>
                      <p:cNvPr id="0" name=""/>
                      <p:cNvPicPr/>
                      <p:nvPr/>
                    </p:nvPicPr>
                    <p:blipFill>
                      <a:blip r:embed="rId5"/>
                      <a:stretch>
                        <a:fillRect/>
                      </a:stretch>
                    </p:blipFill>
                    <p:spPr>
                      <a:xfrm>
                        <a:off x="458424" y="832091"/>
                        <a:ext cx="11275153" cy="992015"/>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542777723"/>
              </p:ext>
            </p:extLst>
          </p:nvPr>
        </p:nvGraphicFramePr>
        <p:xfrm>
          <a:off x="463550" y="1929472"/>
          <a:ext cx="11261725" cy="4397375"/>
        </p:xfrm>
        <a:graphic>
          <a:graphicData uri="http://schemas.openxmlformats.org/presentationml/2006/ole">
            <mc:AlternateContent xmlns:mc="http://schemas.openxmlformats.org/markup-compatibility/2006">
              <mc:Choice xmlns:v="urn:schemas-microsoft-com:vml" Requires="v">
                <p:oleObj spid="_x0000_s13319" name="文档" r:id="rId7" imgW="4510061" imgH="1785088" progId="Word.Document.12">
                  <p:embed/>
                </p:oleObj>
              </mc:Choice>
              <mc:Fallback>
                <p:oleObj name="文档" r:id="rId7" imgW="4510061" imgH="1785088" progId="Word.Document.12">
                  <p:embed/>
                  <p:pic>
                    <p:nvPicPr>
                      <p:cNvPr id="0" name=""/>
                      <p:cNvPicPr/>
                      <p:nvPr/>
                    </p:nvPicPr>
                    <p:blipFill>
                      <a:blip r:embed="rId8"/>
                      <a:stretch>
                        <a:fillRect/>
                      </a:stretch>
                    </p:blipFill>
                    <p:spPr>
                      <a:xfrm>
                        <a:off x="463550" y="1929472"/>
                        <a:ext cx="11261725" cy="4397375"/>
                      </a:xfrm>
                      <a:prstGeom prst="rect">
                        <a:avLst/>
                      </a:prstGeom>
                    </p:spPr>
                  </p:pic>
                </p:oleObj>
              </mc:Fallback>
            </mc:AlternateContent>
          </a:graphicData>
        </a:graphic>
      </p:graphicFrame>
    </p:spTree>
    <p:extLst>
      <p:ext uri="{BB962C8B-B14F-4D97-AF65-F5344CB8AC3E}">
        <p14:creationId xmlns:p14="http://schemas.microsoft.com/office/powerpoint/2010/main" val="1465713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465131821"/>
              </p:ext>
            </p:extLst>
          </p:nvPr>
        </p:nvGraphicFramePr>
        <p:xfrm>
          <a:off x="458424" y="860123"/>
          <a:ext cx="11275153" cy="1487573"/>
        </p:xfrm>
        <a:graphic>
          <a:graphicData uri="http://schemas.openxmlformats.org/presentationml/2006/ole">
            <mc:AlternateContent xmlns:mc="http://schemas.openxmlformats.org/markup-compatibility/2006">
              <mc:Choice xmlns:v="urn:schemas-microsoft-com:vml" Requires="v">
                <p:oleObj spid="_x0000_s14342" name="文档" r:id="rId4" imgW="4510061" imgH="595029" progId="Word.Document.12">
                  <p:embed/>
                </p:oleObj>
              </mc:Choice>
              <mc:Fallback>
                <p:oleObj name="文档" r:id="rId4" imgW="4510061" imgH="595029" progId="Word.Document.12">
                  <p:embed/>
                  <p:pic>
                    <p:nvPicPr>
                      <p:cNvPr id="0" name=""/>
                      <p:cNvPicPr/>
                      <p:nvPr/>
                    </p:nvPicPr>
                    <p:blipFill>
                      <a:blip r:embed="rId5"/>
                      <a:stretch>
                        <a:fillRect/>
                      </a:stretch>
                    </p:blipFill>
                    <p:spPr>
                      <a:xfrm>
                        <a:off x="458424" y="860123"/>
                        <a:ext cx="11275153" cy="1487573"/>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411524743"/>
              </p:ext>
            </p:extLst>
          </p:nvPr>
        </p:nvGraphicFramePr>
        <p:xfrm>
          <a:off x="458424" y="2347696"/>
          <a:ext cx="11275153" cy="3967163"/>
        </p:xfrm>
        <a:graphic>
          <a:graphicData uri="http://schemas.openxmlformats.org/presentationml/2006/ole">
            <mc:AlternateContent xmlns:mc="http://schemas.openxmlformats.org/markup-compatibility/2006">
              <mc:Choice xmlns:v="urn:schemas-microsoft-com:vml" Requires="v">
                <p:oleObj spid="_x0000_s14343" name="文档" r:id="rId7" imgW="4510061" imgH="1586865" progId="Word.Document.12">
                  <p:embed/>
                </p:oleObj>
              </mc:Choice>
              <mc:Fallback>
                <p:oleObj name="文档" r:id="rId7" imgW="4510061" imgH="1586865" progId="Word.Document.12">
                  <p:embed/>
                  <p:pic>
                    <p:nvPicPr>
                      <p:cNvPr id="0" name=""/>
                      <p:cNvPicPr/>
                      <p:nvPr/>
                    </p:nvPicPr>
                    <p:blipFill>
                      <a:blip r:embed="rId8"/>
                      <a:stretch>
                        <a:fillRect/>
                      </a:stretch>
                    </p:blipFill>
                    <p:spPr>
                      <a:xfrm>
                        <a:off x="458424" y="2347696"/>
                        <a:ext cx="11275153" cy="3967163"/>
                      </a:xfrm>
                      <a:prstGeom prst="rect">
                        <a:avLst/>
                      </a:prstGeom>
                    </p:spPr>
                  </p:pic>
                </p:oleObj>
              </mc:Fallback>
            </mc:AlternateContent>
          </a:graphicData>
        </a:graphic>
      </p:graphicFrame>
    </p:spTree>
    <p:extLst>
      <p:ext uri="{BB962C8B-B14F-4D97-AF65-F5344CB8AC3E}">
        <p14:creationId xmlns:p14="http://schemas.microsoft.com/office/powerpoint/2010/main" val="29425505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203086"/>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000000"/>
                </a:solidFill>
                <a:latin typeface="阿里巴巴普惠体"/>
                <a:ea typeface="微软雅黑"/>
                <a:cs typeface="Times New Roman" panose="02020603050405020304" pitchFamily="18" charset="0"/>
                <a:sym typeface="阿里巴巴普惠体"/>
              </a:rPr>
              <a:t>反思感悟 解决三角函数给值求角问题的方法步骤</a:t>
            </a: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阿里巴巴普惠体"/>
                <a:ea typeface="微软雅黑"/>
                <a:cs typeface="Times New Roman" panose="02020603050405020304" pitchFamily="18" charset="0"/>
                <a:sym typeface="阿里巴巴普惠体"/>
              </a:rPr>
              <a:t>(1)</a:t>
            </a:r>
            <a:r>
              <a:rPr lang="zh-CN" altLang="zh-CN" sz="2800" dirty="0">
                <a:solidFill>
                  <a:srgbClr val="000000"/>
                </a:solidFill>
                <a:latin typeface="阿里巴巴普惠体"/>
                <a:ea typeface="微软雅黑"/>
                <a:cs typeface="Times New Roman" panose="02020603050405020304" pitchFamily="18" charset="0"/>
                <a:sym typeface="阿里巴巴普惠体"/>
              </a:rPr>
              <a:t>确定角的范围</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根据条件确定所求角的范围</a:t>
            </a:r>
            <a:r>
              <a:rPr lang="en-US" altLang="zh-CN" sz="2800"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阿里巴巴普惠体"/>
                <a:ea typeface="微软雅黑"/>
                <a:cs typeface="Times New Roman" panose="02020603050405020304" pitchFamily="18" charset="0"/>
                <a:sym typeface="阿里巴巴普惠体"/>
              </a:rPr>
              <a:t>(2)</a:t>
            </a:r>
            <a:r>
              <a:rPr lang="zh-CN" altLang="zh-CN" sz="2800" dirty="0">
                <a:solidFill>
                  <a:srgbClr val="000000"/>
                </a:solidFill>
                <a:latin typeface="阿里巴巴普惠体"/>
                <a:ea typeface="微软雅黑"/>
                <a:cs typeface="Times New Roman" panose="02020603050405020304" pitchFamily="18" charset="0"/>
                <a:sym typeface="阿里巴巴普惠体"/>
              </a:rPr>
              <a:t>求所求角的某种三角函数值</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为防止增解最好选取在上述范围内单调的三角函数</a:t>
            </a:r>
            <a:r>
              <a:rPr lang="en-US" altLang="zh-CN" sz="2800"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阿里巴巴普惠体"/>
                <a:ea typeface="微软雅黑"/>
                <a:cs typeface="Times New Roman" panose="02020603050405020304" pitchFamily="18" charset="0"/>
                <a:sym typeface="阿里巴巴普惠体"/>
              </a:rPr>
              <a:t>(3)</a:t>
            </a:r>
            <a:r>
              <a:rPr lang="zh-CN" altLang="zh-CN" sz="2800" dirty="0">
                <a:solidFill>
                  <a:srgbClr val="000000"/>
                </a:solidFill>
                <a:latin typeface="阿里巴巴普惠体"/>
                <a:ea typeface="微软雅黑"/>
                <a:cs typeface="Times New Roman" panose="02020603050405020304" pitchFamily="18" charset="0"/>
                <a:sym typeface="阿里巴巴普惠体"/>
              </a:rPr>
              <a:t>结合三角函数值及角的范围求角</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effectLst/>
              <a:latin typeface="阿里巴巴普惠体"/>
              <a:ea typeface="微软雅黑"/>
              <a:cs typeface="Times New Roman" panose="02020603050405020304" pitchFamily="18" charset="0"/>
              <a:sym typeface="阿里巴巴普惠体"/>
            </a:endParaRPr>
          </a:p>
        </p:txBody>
      </p:sp>
    </p:spTree>
    <p:extLst>
      <p:ext uri="{BB962C8B-B14F-4D97-AF65-F5344CB8AC3E}">
        <p14:creationId xmlns:p14="http://schemas.microsoft.com/office/powerpoint/2010/main" val="32931247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0" y="149939"/>
            <a:ext cx="10685217" cy="433754"/>
            <a:chOff x="381000" y="205656"/>
            <a:chExt cx="10685217" cy="433754"/>
          </a:xfrm>
        </p:grpSpPr>
        <p:sp>
          <p:nvSpPr>
            <p:cNvPr id="10" name="矩形 9"/>
            <p:cNvSpPr/>
            <p:nvPr/>
          </p:nvSpPr>
          <p:spPr>
            <a:xfrm>
              <a:off x="874159"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阿里巴巴普惠体"/>
                <a:ea typeface="微软雅黑"/>
                <a:sym typeface="阿里巴巴普惠体"/>
              </a:endParaRPr>
            </a:p>
          </p:txBody>
        </p:sp>
        <p:grpSp>
          <p:nvGrpSpPr>
            <p:cNvPr id="11" name="组合 10"/>
            <p:cNvGrpSpPr/>
            <p:nvPr/>
          </p:nvGrpSpPr>
          <p:grpSpPr>
            <a:xfrm>
              <a:off x="381000" y="205656"/>
              <a:ext cx="10685217" cy="433754"/>
              <a:chOff x="3048000" y="2286000"/>
              <a:chExt cx="4537109" cy="457200"/>
            </a:xfrm>
          </p:grpSpPr>
          <p:sp>
            <p:nvSpPr>
              <p:cNvPr id="12" name="矩形 11"/>
              <p:cNvSpPr/>
              <p:nvPr/>
            </p:nvSpPr>
            <p:spPr>
              <a:xfrm>
                <a:off x="3048000" y="2286000"/>
                <a:ext cx="209403"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mtClean="0">
                    <a:solidFill>
                      <a:schemeClr val="bg1"/>
                    </a:solidFill>
                    <a:latin typeface="阿里巴巴普惠体"/>
                    <a:ea typeface="微软雅黑"/>
                    <a:sym typeface="阿里巴巴普惠体"/>
                  </a:rPr>
                  <a:t> </a:t>
                </a:r>
              </a:p>
            </p:txBody>
          </p:sp>
          <p:sp>
            <p:nvSpPr>
              <p:cNvPr id="13" name="矩形 12"/>
              <p:cNvSpPr/>
              <p:nvPr/>
            </p:nvSpPr>
            <p:spPr>
              <a:xfrm>
                <a:off x="3325088" y="2286000"/>
                <a:ext cx="4260021"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smtClean="0">
                    <a:solidFill>
                      <a:schemeClr val="bg1"/>
                    </a:solidFill>
                    <a:latin typeface="阿里巴巴普惠体"/>
                    <a:ea typeface="微软雅黑"/>
                    <a:sym typeface="阿里巴巴普惠体"/>
                  </a:rPr>
                  <a:t> 素养形成</a:t>
                </a:r>
                <a:endParaRPr lang="en-US" altLang="zh-CN" sz="2800" b="1">
                  <a:solidFill>
                    <a:schemeClr val="bg1"/>
                  </a:solidFill>
                  <a:latin typeface="阿里巴巴普惠体"/>
                  <a:ea typeface="微软雅黑"/>
                  <a:sym typeface="阿里巴巴普惠体"/>
                </a:endParaRPr>
              </a:p>
            </p:txBody>
          </p:sp>
        </p:grpSp>
      </p:grpSp>
      <p:sp>
        <p:nvSpPr>
          <p:cNvPr id="2" name="矩形 1"/>
          <p:cNvSpPr>
            <a:spLocks noChangeAspect="1"/>
          </p:cNvSpPr>
          <p:nvPr/>
        </p:nvSpPr>
        <p:spPr>
          <a:xfrm>
            <a:off x="381000" y="762795"/>
            <a:ext cx="11430000" cy="4953664"/>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700" b="1">
                <a:solidFill>
                  <a:srgbClr val="000000"/>
                </a:solidFill>
                <a:latin typeface="阿里巴巴普惠体"/>
                <a:ea typeface="微软雅黑"/>
                <a:cs typeface="Times New Roman" panose="02020603050405020304" pitchFamily="18" charset="0"/>
                <a:sym typeface="阿里巴巴普惠体"/>
              </a:rPr>
              <a:t>一道探究性问题的解法</a:t>
            </a:r>
            <a:endParaRPr lang="zh-CN" altLang="zh-CN" sz="270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zh-CN" altLang="zh-CN" sz="2700">
                <a:solidFill>
                  <a:srgbClr val="000000"/>
                </a:solidFill>
                <a:latin typeface="阿里巴巴普惠体"/>
                <a:ea typeface="微软雅黑"/>
                <a:cs typeface="Times New Roman" panose="02020603050405020304" pitchFamily="18" charset="0"/>
                <a:sym typeface="阿里巴巴普惠体"/>
              </a:rPr>
              <a:t>典例 某同学在一次研究学习中发现</a:t>
            </a:r>
            <a:r>
              <a:rPr lang="en-US" altLang="zh-CN" sz="2700">
                <a:solidFill>
                  <a:srgbClr val="000000"/>
                </a:solidFill>
                <a:latin typeface="阿里巴巴普惠体"/>
                <a:ea typeface="微软雅黑"/>
                <a:cs typeface="Times New Roman" panose="02020603050405020304" pitchFamily="18" charset="0"/>
                <a:sym typeface="阿里巴巴普惠体"/>
              </a:rPr>
              <a:t>,</a:t>
            </a:r>
            <a:r>
              <a:rPr lang="zh-CN" altLang="zh-CN" sz="2700">
                <a:solidFill>
                  <a:srgbClr val="000000"/>
                </a:solidFill>
                <a:latin typeface="阿里巴巴普惠体"/>
                <a:ea typeface="微软雅黑"/>
                <a:cs typeface="Times New Roman" panose="02020603050405020304" pitchFamily="18" charset="0"/>
                <a:sym typeface="阿里巴巴普惠体"/>
              </a:rPr>
              <a:t>以下五个式子的值都等于同一个常数</a:t>
            </a:r>
            <a:r>
              <a:rPr lang="en-US" altLang="zh-CN" sz="2700" i="1">
                <a:solidFill>
                  <a:srgbClr val="000000"/>
                </a:solidFill>
                <a:latin typeface="阿里巴巴普惠体"/>
                <a:ea typeface="微软雅黑"/>
                <a:cs typeface="Times New Roman" panose="02020603050405020304" pitchFamily="18" charset="0"/>
                <a:sym typeface="阿里巴巴普惠体"/>
              </a:rPr>
              <a:t>.</a:t>
            </a:r>
            <a:endParaRPr lang="zh-CN" altLang="zh-CN" sz="270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zh-CN" altLang="zh-CN" sz="2700">
                <a:solidFill>
                  <a:srgbClr val="000000"/>
                </a:solidFill>
                <a:latin typeface="阿里巴巴普惠体"/>
                <a:ea typeface="微软雅黑"/>
                <a:cs typeface="宋体" panose="02010600030101010101" pitchFamily="2" charset="-122"/>
                <a:sym typeface="阿里巴巴普惠体"/>
              </a:rPr>
              <a:t>①</a:t>
            </a:r>
            <a:r>
              <a:rPr lang="en-US" altLang="zh-CN" sz="2700">
                <a:solidFill>
                  <a:srgbClr val="000000"/>
                </a:solidFill>
                <a:latin typeface="阿里巴巴普惠体"/>
                <a:ea typeface="微软雅黑"/>
                <a:cs typeface="Times New Roman" panose="02020603050405020304" pitchFamily="18" charset="0"/>
                <a:sym typeface="阿里巴巴普惠体"/>
              </a:rPr>
              <a:t>sin</a:t>
            </a:r>
            <a:r>
              <a:rPr lang="en-US" altLang="zh-CN" sz="2700" baseline="30000">
                <a:solidFill>
                  <a:srgbClr val="000000"/>
                </a:solidFill>
                <a:latin typeface="阿里巴巴普惠体"/>
                <a:ea typeface="微软雅黑"/>
                <a:cs typeface="Times New Roman" panose="02020603050405020304" pitchFamily="18" charset="0"/>
                <a:sym typeface="阿里巴巴普惠体"/>
              </a:rPr>
              <a:t>2</a:t>
            </a:r>
            <a:r>
              <a:rPr lang="en-US" altLang="zh-CN" sz="2700">
                <a:solidFill>
                  <a:srgbClr val="000000"/>
                </a:solidFill>
                <a:latin typeface="阿里巴巴普惠体"/>
                <a:ea typeface="微软雅黑"/>
                <a:cs typeface="Times New Roman" panose="02020603050405020304" pitchFamily="18" charset="0"/>
                <a:sym typeface="阿里巴巴普惠体"/>
              </a:rPr>
              <a:t>30°</a:t>
            </a:r>
            <a:r>
              <a:rPr lang="en-US" altLang="zh-CN" sz="2700" i="1">
                <a:solidFill>
                  <a:srgbClr val="000000"/>
                </a:solidFill>
                <a:latin typeface="阿里巴巴普惠体"/>
                <a:ea typeface="微软雅黑"/>
                <a:cs typeface="Times New Roman" panose="02020603050405020304" pitchFamily="18" charset="0"/>
                <a:sym typeface="阿里巴巴普惠体"/>
              </a:rPr>
              <a:t>+</a:t>
            </a:r>
            <a:r>
              <a:rPr lang="en-US" altLang="zh-CN" sz="2700">
                <a:solidFill>
                  <a:srgbClr val="000000"/>
                </a:solidFill>
                <a:latin typeface="阿里巴巴普惠体"/>
                <a:ea typeface="微软雅黑"/>
                <a:cs typeface="Times New Roman" panose="02020603050405020304" pitchFamily="18" charset="0"/>
                <a:sym typeface="阿里巴巴普惠体"/>
              </a:rPr>
              <a:t>cos</a:t>
            </a:r>
            <a:r>
              <a:rPr lang="en-US" altLang="zh-CN" sz="2700" baseline="30000">
                <a:solidFill>
                  <a:srgbClr val="000000"/>
                </a:solidFill>
                <a:latin typeface="阿里巴巴普惠体"/>
                <a:ea typeface="微软雅黑"/>
                <a:cs typeface="Times New Roman" panose="02020603050405020304" pitchFamily="18" charset="0"/>
                <a:sym typeface="阿里巴巴普惠体"/>
              </a:rPr>
              <a:t>2</a:t>
            </a:r>
            <a:r>
              <a:rPr lang="en-US" altLang="zh-CN" sz="2700">
                <a:solidFill>
                  <a:srgbClr val="000000"/>
                </a:solidFill>
                <a:latin typeface="阿里巴巴普惠体"/>
                <a:ea typeface="微软雅黑"/>
                <a:cs typeface="Times New Roman" panose="02020603050405020304" pitchFamily="18" charset="0"/>
                <a:sym typeface="阿里巴巴普惠体"/>
              </a:rPr>
              <a:t>60°</a:t>
            </a:r>
            <a:r>
              <a:rPr lang="en-US" altLang="zh-CN" sz="2700" i="1">
                <a:solidFill>
                  <a:srgbClr val="000000"/>
                </a:solidFill>
                <a:latin typeface="阿里巴巴普惠体"/>
                <a:ea typeface="微软雅黑"/>
                <a:cs typeface="Times New Roman" panose="02020603050405020304" pitchFamily="18" charset="0"/>
                <a:sym typeface="阿里巴巴普惠体"/>
              </a:rPr>
              <a:t>+</a:t>
            </a:r>
            <a:r>
              <a:rPr lang="en-US" altLang="zh-CN" sz="2700">
                <a:solidFill>
                  <a:srgbClr val="000000"/>
                </a:solidFill>
                <a:latin typeface="阿里巴巴普惠体"/>
                <a:ea typeface="微软雅黑"/>
                <a:cs typeface="Times New Roman" panose="02020603050405020304" pitchFamily="18" charset="0"/>
                <a:sym typeface="阿里巴巴普惠体"/>
              </a:rPr>
              <a:t>sin 30°cos 60</a:t>
            </a:r>
            <a:r>
              <a:rPr lang="en-US" altLang="zh-CN" sz="2700" smtClean="0">
                <a:solidFill>
                  <a:srgbClr val="000000"/>
                </a:solidFill>
                <a:latin typeface="阿里巴巴普惠体"/>
                <a:ea typeface="微软雅黑"/>
                <a:cs typeface="Times New Roman" panose="02020603050405020304" pitchFamily="18" charset="0"/>
                <a:sym typeface="阿里巴巴普惠体"/>
              </a:rPr>
              <a:t>°;</a:t>
            </a:r>
          </a:p>
          <a:p>
            <a:pPr>
              <a:lnSpc>
                <a:spcPct val="130000"/>
              </a:lnSpc>
              <a:spcAft>
                <a:spcPts val="0"/>
              </a:spcAft>
              <a:tabLst>
                <a:tab pos="1188085" algn="l"/>
                <a:tab pos="2163445" algn="l"/>
                <a:tab pos="3142615" algn="l"/>
                <a:tab pos="4190365" algn="l"/>
              </a:tabLst>
            </a:pPr>
            <a:r>
              <a:rPr lang="zh-CN" altLang="zh-CN" sz="2700" smtClean="0">
                <a:solidFill>
                  <a:srgbClr val="000000"/>
                </a:solidFill>
                <a:latin typeface="阿里巴巴普惠体"/>
                <a:ea typeface="微软雅黑"/>
                <a:cs typeface="宋体" panose="02010600030101010101" pitchFamily="2" charset="-122"/>
                <a:sym typeface="阿里巴巴普惠体"/>
              </a:rPr>
              <a:t>②</a:t>
            </a:r>
            <a:r>
              <a:rPr lang="en-US" altLang="zh-CN" sz="2700">
                <a:solidFill>
                  <a:srgbClr val="000000"/>
                </a:solidFill>
                <a:latin typeface="阿里巴巴普惠体"/>
                <a:ea typeface="微软雅黑"/>
                <a:cs typeface="Times New Roman" panose="02020603050405020304" pitchFamily="18" charset="0"/>
                <a:sym typeface="阿里巴巴普惠体"/>
              </a:rPr>
              <a:t>sin</a:t>
            </a:r>
            <a:r>
              <a:rPr lang="en-US" altLang="zh-CN" sz="2700" baseline="30000">
                <a:solidFill>
                  <a:srgbClr val="000000"/>
                </a:solidFill>
                <a:latin typeface="阿里巴巴普惠体"/>
                <a:ea typeface="微软雅黑"/>
                <a:cs typeface="Times New Roman" panose="02020603050405020304" pitchFamily="18" charset="0"/>
                <a:sym typeface="阿里巴巴普惠体"/>
              </a:rPr>
              <a:t>2</a:t>
            </a:r>
            <a:r>
              <a:rPr lang="en-US" altLang="zh-CN" sz="2700">
                <a:solidFill>
                  <a:srgbClr val="000000"/>
                </a:solidFill>
                <a:latin typeface="阿里巴巴普惠体"/>
                <a:ea typeface="微软雅黑"/>
                <a:cs typeface="Times New Roman" panose="02020603050405020304" pitchFamily="18" charset="0"/>
                <a:sym typeface="阿里巴巴普惠体"/>
              </a:rPr>
              <a:t>15°</a:t>
            </a:r>
            <a:r>
              <a:rPr lang="en-US" altLang="zh-CN" sz="2700" i="1">
                <a:solidFill>
                  <a:srgbClr val="000000"/>
                </a:solidFill>
                <a:latin typeface="阿里巴巴普惠体"/>
                <a:ea typeface="微软雅黑"/>
                <a:cs typeface="Times New Roman" panose="02020603050405020304" pitchFamily="18" charset="0"/>
                <a:sym typeface="阿里巴巴普惠体"/>
              </a:rPr>
              <a:t>+</a:t>
            </a:r>
            <a:r>
              <a:rPr lang="en-US" altLang="zh-CN" sz="2700">
                <a:solidFill>
                  <a:srgbClr val="000000"/>
                </a:solidFill>
                <a:latin typeface="阿里巴巴普惠体"/>
                <a:ea typeface="微软雅黑"/>
                <a:cs typeface="Times New Roman" panose="02020603050405020304" pitchFamily="18" charset="0"/>
                <a:sym typeface="阿里巴巴普惠体"/>
              </a:rPr>
              <a:t>cos</a:t>
            </a:r>
            <a:r>
              <a:rPr lang="en-US" altLang="zh-CN" sz="2700" baseline="30000">
                <a:solidFill>
                  <a:srgbClr val="000000"/>
                </a:solidFill>
                <a:latin typeface="阿里巴巴普惠体"/>
                <a:ea typeface="微软雅黑"/>
                <a:cs typeface="Times New Roman" panose="02020603050405020304" pitchFamily="18" charset="0"/>
                <a:sym typeface="阿里巴巴普惠体"/>
              </a:rPr>
              <a:t>2</a:t>
            </a:r>
            <a:r>
              <a:rPr lang="en-US" altLang="zh-CN" sz="2700">
                <a:solidFill>
                  <a:srgbClr val="000000"/>
                </a:solidFill>
                <a:latin typeface="阿里巴巴普惠体"/>
                <a:ea typeface="微软雅黑"/>
                <a:cs typeface="Times New Roman" panose="02020603050405020304" pitchFamily="18" charset="0"/>
                <a:sym typeface="阿里巴巴普惠体"/>
              </a:rPr>
              <a:t>45°</a:t>
            </a:r>
            <a:r>
              <a:rPr lang="en-US" altLang="zh-CN" sz="2700" i="1">
                <a:solidFill>
                  <a:srgbClr val="000000"/>
                </a:solidFill>
                <a:latin typeface="阿里巴巴普惠体"/>
                <a:ea typeface="微软雅黑"/>
                <a:cs typeface="Times New Roman" panose="02020603050405020304" pitchFamily="18" charset="0"/>
                <a:sym typeface="阿里巴巴普惠体"/>
              </a:rPr>
              <a:t>+</a:t>
            </a:r>
            <a:r>
              <a:rPr lang="en-US" altLang="zh-CN" sz="2700">
                <a:solidFill>
                  <a:srgbClr val="000000"/>
                </a:solidFill>
                <a:latin typeface="阿里巴巴普惠体"/>
                <a:ea typeface="微软雅黑"/>
                <a:cs typeface="Times New Roman" panose="02020603050405020304" pitchFamily="18" charset="0"/>
                <a:sym typeface="阿里巴巴普惠体"/>
              </a:rPr>
              <a:t>sin 15°cos 45</a:t>
            </a:r>
            <a:r>
              <a:rPr lang="en-US" altLang="zh-CN" sz="2700" smtClean="0">
                <a:solidFill>
                  <a:srgbClr val="000000"/>
                </a:solidFill>
                <a:latin typeface="阿里巴巴普惠体"/>
                <a:ea typeface="微软雅黑"/>
                <a:cs typeface="Times New Roman" panose="02020603050405020304" pitchFamily="18" charset="0"/>
                <a:sym typeface="阿里巴巴普惠体"/>
              </a:rPr>
              <a:t>°;</a:t>
            </a:r>
          </a:p>
          <a:p>
            <a:pPr>
              <a:lnSpc>
                <a:spcPct val="130000"/>
              </a:lnSpc>
              <a:spcAft>
                <a:spcPts val="0"/>
              </a:spcAft>
              <a:tabLst>
                <a:tab pos="1188085" algn="l"/>
                <a:tab pos="2163445" algn="l"/>
                <a:tab pos="3142615" algn="l"/>
                <a:tab pos="4190365" algn="l"/>
              </a:tabLst>
            </a:pPr>
            <a:r>
              <a:rPr lang="zh-CN" altLang="zh-CN" sz="2700" smtClean="0">
                <a:solidFill>
                  <a:srgbClr val="000000"/>
                </a:solidFill>
                <a:latin typeface="阿里巴巴普惠体"/>
                <a:ea typeface="微软雅黑"/>
                <a:cs typeface="宋体" panose="02010600030101010101" pitchFamily="2" charset="-122"/>
                <a:sym typeface="阿里巴巴普惠体"/>
              </a:rPr>
              <a:t>③</a:t>
            </a:r>
            <a:r>
              <a:rPr lang="en-US" altLang="zh-CN" sz="2700">
                <a:solidFill>
                  <a:srgbClr val="000000"/>
                </a:solidFill>
                <a:latin typeface="阿里巴巴普惠体"/>
                <a:ea typeface="微软雅黑"/>
                <a:cs typeface="Times New Roman" panose="02020603050405020304" pitchFamily="18" charset="0"/>
                <a:sym typeface="阿里巴巴普惠体"/>
              </a:rPr>
              <a:t>sin</a:t>
            </a:r>
            <a:r>
              <a:rPr lang="en-US" altLang="zh-CN" sz="2700" baseline="30000">
                <a:solidFill>
                  <a:srgbClr val="000000"/>
                </a:solidFill>
                <a:latin typeface="阿里巴巴普惠体"/>
                <a:ea typeface="微软雅黑"/>
                <a:cs typeface="Times New Roman" panose="02020603050405020304" pitchFamily="18" charset="0"/>
                <a:sym typeface="阿里巴巴普惠体"/>
              </a:rPr>
              <a:t>2</a:t>
            </a:r>
            <a:r>
              <a:rPr lang="en-US" altLang="zh-CN" sz="2700">
                <a:solidFill>
                  <a:srgbClr val="000000"/>
                </a:solidFill>
                <a:latin typeface="阿里巴巴普惠体"/>
                <a:ea typeface="微软雅黑"/>
                <a:cs typeface="Times New Roman" panose="02020603050405020304" pitchFamily="18" charset="0"/>
                <a:sym typeface="阿里巴巴普惠体"/>
              </a:rPr>
              <a:t>20°</a:t>
            </a:r>
            <a:r>
              <a:rPr lang="en-US" altLang="zh-CN" sz="2700" i="1">
                <a:solidFill>
                  <a:srgbClr val="000000"/>
                </a:solidFill>
                <a:latin typeface="阿里巴巴普惠体"/>
                <a:ea typeface="微软雅黑"/>
                <a:cs typeface="Times New Roman" panose="02020603050405020304" pitchFamily="18" charset="0"/>
                <a:sym typeface="阿里巴巴普惠体"/>
              </a:rPr>
              <a:t>+</a:t>
            </a:r>
            <a:r>
              <a:rPr lang="en-US" altLang="zh-CN" sz="2700">
                <a:solidFill>
                  <a:srgbClr val="000000"/>
                </a:solidFill>
                <a:latin typeface="阿里巴巴普惠体"/>
                <a:ea typeface="微软雅黑"/>
                <a:cs typeface="Times New Roman" panose="02020603050405020304" pitchFamily="18" charset="0"/>
                <a:sym typeface="阿里巴巴普惠体"/>
              </a:rPr>
              <a:t>cos</a:t>
            </a:r>
            <a:r>
              <a:rPr lang="en-US" altLang="zh-CN" sz="2700" baseline="30000">
                <a:solidFill>
                  <a:srgbClr val="000000"/>
                </a:solidFill>
                <a:latin typeface="阿里巴巴普惠体"/>
                <a:ea typeface="微软雅黑"/>
                <a:cs typeface="Times New Roman" panose="02020603050405020304" pitchFamily="18" charset="0"/>
                <a:sym typeface="阿里巴巴普惠体"/>
              </a:rPr>
              <a:t>2</a:t>
            </a:r>
            <a:r>
              <a:rPr lang="en-US" altLang="zh-CN" sz="2700">
                <a:solidFill>
                  <a:srgbClr val="000000"/>
                </a:solidFill>
                <a:latin typeface="阿里巴巴普惠体"/>
                <a:ea typeface="微软雅黑"/>
                <a:cs typeface="Times New Roman" panose="02020603050405020304" pitchFamily="18" charset="0"/>
                <a:sym typeface="阿里巴巴普惠体"/>
              </a:rPr>
              <a:t>50°</a:t>
            </a:r>
            <a:r>
              <a:rPr lang="en-US" altLang="zh-CN" sz="2700" i="1">
                <a:solidFill>
                  <a:srgbClr val="000000"/>
                </a:solidFill>
                <a:latin typeface="阿里巴巴普惠体"/>
                <a:ea typeface="微软雅黑"/>
                <a:cs typeface="Times New Roman" panose="02020603050405020304" pitchFamily="18" charset="0"/>
                <a:sym typeface="阿里巴巴普惠体"/>
              </a:rPr>
              <a:t>+</a:t>
            </a:r>
            <a:r>
              <a:rPr lang="en-US" altLang="zh-CN" sz="2700">
                <a:solidFill>
                  <a:srgbClr val="000000"/>
                </a:solidFill>
                <a:latin typeface="阿里巴巴普惠体"/>
                <a:ea typeface="微软雅黑"/>
                <a:cs typeface="Times New Roman" panose="02020603050405020304" pitchFamily="18" charset="0"/>
                <a:sym typeface="阿里巴巴普惠体"/>
              </a:rPr>
              <a:t>sin 20°cos 50</a:t>
            </a:r>
            <a:r>
              <a:rPr lang="en-US" altLang="zh-CN" sz="2700" smtClean="0">
                <a:solidFill>
                  <a:srgbClr val="000000"/>
                </a:solidFill>
                <a:latin typeface="阿里巴巴普惠体"/>
                <a:ea typeface="微软雅黑"/>
                <a:cs typeface="Times New Roman" panose="02020603050405020304" pitchFamily="18" charset="0"/>
                <a:sym typeface="阿里巴巴普惠体"/>
              </a:rPr>
              <a:t>°;</a:t>
            </a:r>
          </a:p>
          <a:p>
            <a:pPr>
              <a:lnSpc>
                <a:spcPct val="130000"/>
              </a:lnSpc>
              <a:spcAft>
                <a:spcPts val="0"/>
              </a:spcAft>
              <a:tabLst>
                <a:tab pos="1188085" algn="l"/>
                <a:tab pos="2163445" algn="l"/>
                <a:tab pos="3142615" algn="l"/>
                <a:tab pos="4190365" algn="l"/>
              </a:tabLst>
            </a:pPr>
            <a:r>
              <a:rPr lang="zh-CN" altLang="zh-CN" sz="2700" smtClean="0">
                <a:solidFill>
                  <a:srgbClr val="000000"/>
                </a:solidFill>
                <a:latin typeface="阿里巴巴普惠体"/>
                <a:ea typeface="微软雅黑"/>
                <a:cs typeface="宋体" panose="02010600030101010101" pitchFamily="2" charset="-122"/>
                <a:sym typeface="阿里巴巴普惠体"/>
              </a:rPr>
              <a:t>④</a:t>
            </a:r>
            <a:r>
              <a:rPr lang="en-US" altLang="zh-CN" sz="2700">
                <a:solidFill>
                  <a:srgbClr val="000000"/>
                </a:solidFill>
                <a:latin typeface="阿里巴巴普惠体"/>
                <a:ea typeface="微软雅黑"/>
                <a:cs typeface="Times New Roman" panose="02020603050405020304" pitchFamily="18" charset="0"/>
                <a:sym typeface="阿里巴巴普惠体"/>
              </a:rPr>
              <a:t>sin</a:t>
            </a:r>
            <a:r>
              <a:rPr lang="en-US" altLang="zh-CN" sz="2700" baseline="30000">
                <a:solidFill>
                  <a:srgbClr val="000000"/>
                </a:solidFill>
                <a:latin typeface="阿里巴巴普惠体"/>
                <a:ea typeface="微软雅黑"/>
                <a:cs typeface="Times New Roman" panose="02020603050405020304" pitchFamily="18" charset="0"/>
                <a:sym typeface="阿里巴巴普惠体"/>
              </a:rPr>
              <a:t>2</a:t>
            </a:r>
            <a:r>
              <a:rPr lang="en-US" altLang="zh-CN" sz="2700">
                <a:solidFill>
                  <a:srgbClr val="000000"/>
                </a:solidFill>
                <a:latin typeface="阿里巴巴普惠体"/>
                <a:ea typeface="微软雅黑"/>
                <a:cs typeface="Times New Roman" panose="02020603050405020304" pitchFamily="18" charset="0"/>
                <a:sym typeface="阿里巴巴普惠体"/>
              </a:rPr>
              <a:t>(</a:t>
            </a:r>
            <a:r>
              <a:rPr lang="en-US" altLang="zh-CN" sz="2700" i="1">
                <a:solidFill>
                  <a:srgbClr val="000000"/>
                </a:solidFill>
                <a:latin typeface="阿里巴巴普惠体"/>
                <a:ea typeface="微软雅黑"/>
                <a:cs typeface="Times New Roman" panose="02020603050405020304" pitchFamily="18" charset="0"/>
                <a:sym typeface="阿里巴巴普惠体"/>
              </a:rPr>
              <a:t>-</a:t>
            </a:r>
            <a:r>
              <a:rPr lang="en-US" altLang="zh-CN" sz="2700">
                <a:solidFill>
                  <a:srgbClr val="000000"/>
                </a:solidFill>
                <a:latin typeface="阿里巴巴普惠体"/>
                <a:ea typeface="微软雅黑"/>
                <a:cs typeface="Times New Roman" panose="02020603050405020304" pitchFamily="18" charset="0"/>
                <a:sym typeface="阿里巴巴普惠体"/>
              </a:rPr>
              <a:t>18°)</a:t>
            </a:r>
            <a:r>
              <a:rPr lang="en-US" altLang="zh-CN" sz="2700" i="1">
                <a:solidFill>
                  <a:srgbClr val="000000"/>
                </a:solidFill>
                <a:latin typeface="阿里巴巴普惠体"/>
                <a:ea typeface="微软雅黑"/>
                <a:cs typeface="Times New Roman" panose="02020603050405020304" pitchFamily="18" charset="0"/>
                <a:sym typeface="阿里巴巴普惠体"/>
              </a:rPr>
              <a:t>+</a:t>
            </a:r>
            <a:r>
              <a:rPr lang="en-US" altLang="zh-CN" sz="2700">
                <a:solidFill>
                  <a:srgbClr val="000000"/>
                </a:solidFill>
                <a:latin typeface="阿里巴巴普惠体"/>
                <a:ea typeface="微软雅黑"/>
                <a:cs typeface="Times New Roman" panose="02020603050405020304" pitchFamily="18" charset="0"/>
                <a:sym typeface="阿里巴巴普惠体"/>
              </a:rPr>
              <a:t>cos</a:t>
            </a:r>
            <a:r>
              <a:rPr lang="en-US" altLang="zh-CN" sz="2700" baseline="30000">
                <a:solidFill>
                  <a:srgbClr val="000000"/>
                </a:solidFill>
                <a:latin typeface="阿里巴巴普惠体"/>
                <a:ea typeface="微软雅黑"/>
                <a:cs typeface="Times New Roman" panose="02020603050405020304" pitchFamily="18" charset="0"/>
                <a:sym typeface="阿里巴巴普惠体"/>
              </a:rPr>
              <a:t>2</a:t>
            </a:r>
            <a:r>
              <a:rPr lang="en-US" altLang="zh-CN" sz="2700">
                <a:solidFill>
                  <a:srgbClr val="000000"/>
                </a:solidFill>
                <a:latin typeface="阿里巴巴普惠体"/>
                <a:ea typeface="微软雅黑"/>
                <a:cs typeface="Times New Roman" panose="02020603050405020304" pitchFamily="18" charset="0"/>
                <a:sym typeface="阿里巴巴普惠体"/>
              </a:rPr>
              <a:t>12°</a:t>
            </a:r>
            <a:r>
              <a:rPr lang="en-US" altLang="zh-CN" sz="2700" i="1">
                <a:solidFill>
                  <a:srgbClr val="000000"/>
                </a:solidFill>
                <a:latin typeface="阿里巴巴普惠体"/>
                <a:ea typeface="微软雅黑"/>
                <a:cs typeface="Times New Roman" panose="02020603050405020304" pitchFamily="18" charset="0"/>
                <a:sym typeface="阿里巴巴普惠体"/>
              </a:rPr>
              <a:t>+</a:t>
            </a:r>
            <a:r>
              <a:rPr lang="en-US" altLang="zh-CN" sz="2700">
                <a:solidFill>
                  <a:srgbClr val="000000"/>
                </a:solidFill>
                <a:latin typeface="阿里巴巴普惠体"/>
                <a:ea typeface="微软雅黑"/>
                <a:cs typeface="Times New Roman" panose="02020603050405020304" pitchFamily="18" charset="0"/>
                <a:sym typeface="阿里巴巴普惠体"/>
              </a:rPr>
              <a:t>sin(</a:t>
            </a:r>
            <a:r>
              <a:rPr lang="en-US" altLang="zh-CN" sz="2700" i="1">
                <a:solidFill>
                  <a:srgbClr val="000000"/>
                </a:solidFill>
                <a:latin typeface="阿里巴巴普惠体"/>
                <a:ea typeface="微软雅黑"/>
                <a:cs typeface="Times New Roman" panose="02020603050405020304" pitchFamily="18" charset="0"/>
                <a:sym typeface="阿里巴巴普惠体"/>
              </a:rPr>
              <a:t>-</a:t>
            </a:r>
            <a:r>
              <a:rPr lang="en-US" altLang="zh-CN" sz="2700">
                <a:solidFill>
                  <a:srgbClr val="000000"/>
                </a:solidFill>
                <a:latin typeface="阿里巴巴普惠体"/>
                <a:ea typeface="微软雅黑"/>
                <a:cs typeface="Times New Roman" panose="02020603050405020304" pitchFamily="18" charset="0"/>
                <a:sym typeface="阿里巴巴普惠体"/>
              </a:rPr>
              <a:t>18°)cos 12</a:t>
            </a:r>
            <a:r>
              <a:rPr lang="en-US" altLang="zh-CN" sz="2700" smtClean="0">
                <a:solidFill>
                  <a:srgbClr val="000000"/>
                </a:solidFill>
                <a:latin typeface="阿里巴巴普惠体"/>
                <a:ea typeface="微软雅黑"/>
                <a:cs typeface="Times New Roman" panose="02020603050405020304" pitchFamily="18" charset="0"/>
                <a:sym typeface="阿里巴巴普惠体"/>
              </a:rPr>
              <a:t>°;</a:t>
            </a:r>
          </a:p>
          <a:p>
            <a:pPr>
              <a:lnSpc>
                <a:spcPct val="130000"/>
              </a:lnSpc>
              <a:spcAft>
                <a:spcPts val="0"/>
              </a:spcAft>
              <a:tabLst>
                <a:tab pos="1188085" algn="l"/>
                <a:tab pos="2163445" algn="l"/>
                <a:tab pos="3142615" algn="l"/>
                <a:tab pos="4190365" algn="l"/>
              </a:tabLst>
            </a:pPr>
            <a:r>
              <a:rPr lang="zh-CN" altLang="zh-CN" sz="2700" smtClean="0">
                <a:solidFill>
                  <a:srgbClr val="000000"/>
                </a:solidFill>
                <a:latin typeface="阿里巴巴普惠体"/>
                <a:ea typeface="微软雅黑"/>
                <a:cs typeface="宋体" panose="02010600030101010101" pitchFamily="2" charset="-122"/>
                <a:sym typeface="阿里巴巴普惠体"/>
              </a:rPr>
              <a:t>⑤</a:t>
            </a:r>
            <a:r>
              <a:rPr lang="en-US" altLang="zh-CN" sz="2700">
                <a:solidFill>
                  <a:srgbClr val="000000"/>
                </a:solidFill>
                <a:latin typeface="阿里巴巴普惠体"/>
                <a:ea typeface="微软雅黑"/>
                <a:cs typeface="Times New Roman" panose="02020603050405020304" pitchFamily="18" charset="0"/>
                <a:sym typeface="阿里巴巴普惠体"/>
              </a:rPr>
              <a:t>sin</a:t>
            </a:r>
            <a:r>
              <a:rPr lang="en-US" altLang="zh-CN" sz="2700" baseline="30000">
                <a:solidFill>
                  <a:srgbClr val="000000"/>
                </a:solidFill>
                <a:latin typeface="阿里巴巴普惠体"/>
                <a:ea typeface="微软雅黑"/>
                <a:cs typeface="Times New Roman" panose="02020603050405020304" pitchFamily="18" charset="0"/>
                <a:sym typeface="阿里巴巴普惠体"/>
              </a:rPr>
              <a:t>2</a:t>
            </a:r>
            <a:r>
              <a:rPr lang="en-US" altLang="zh-CN" sz="2700">
                <a:solidFill>
                  <a:srgbClr val="000000"/>
                </a:solidFill>
                <a:latin typeface="阿里巴巴普惠体"/>
                <a:ea typeface="微软雅黑"/>
                <a:cs typeface="Times New Roman" panose="02020603050405020304" pitchFamily="18" charset="0"/>
                <a:sym typeface="阿里巴巴普惠体"/>
              </a:rPr>
              <a:t>(</a:t>
            </a:r>
            <a:r>
              <a:rPr lang="en-US" altLang="zh-CN" sz="2700" i="1">
                <a:solidFill>
                  <a:srgbClr val="000000"/>
                </a:solidFill>
                <a:latin typeface="阿里巴巴普惠体"/>
                <a:ea typeface="微软雅黑"/>
                <a:cs typeface="Times New Roman" panose="02020603050405020304" pitchFamily="18" charset="0"/>
                <a:sym typeface="阿里巴巴普惠体"/>
              </a:rPr>
              <a:t>-</a:t>
            </a:r>
            <a:r>
              <a:rPr lang="en-US" altLang="zh-CN" sz="2700">
                <a:solidFill>
                  <a:srgbClr val="000000"/>
                </a:solidFill>
                <a:latin typeface="阿里巴巴普惠体"/>
                <a:ea typeface="微软雅黑"/>
                <a:cs typeface="Times New Roman" panose="02020603050405020304" pitchFamily="18" charset="0"/>
                <a:sym typeface="阿里巴巴普惠体"/>
              </a:rPr>
              <a:t>25°)</a:t>
            </a:r>
            <a:r>
              <a:rPr lang="en-US" altLang="zh-CN" sz="2700" i="1">
                <a:solidFill>
                  <a:srgbClr val="000000"/>
                </a:solidFill>
                <a:latin typeface="阿里巴巴普惠体"/>
                <a:ea typeface="微软雅黑"/>
                <a:cs typeface="Times New Roman" panose="02020603050405020304" pitchFamily="18" charset="0"/>
                <a:sym typeface="阿里巴巴普惠体"/>
              </a:rPr>
              <a:t>+</a:t>
            </a:r>
            <a:r>
              <a:rPr lang="en-US" altLang="zh-CN" sz="2700">
                <a:solidFill>
                  <a:srgbClr val="000000"/>
                </a:solidFill>
                <a:latin typeface="阿里巴巴普惠体"/>
                <a:ea typeface="微软雅黑"/>
                <a:cs typeface="Times New Roman" panose="02020603050405020304" pitchFamily="18" charset="0"/>
                <a:sym typeface="阿里巴巴普惠体"/>
              </a:rPr>
              <a:t>cos</a:t>
            </a:r>
            <a:r>
              <a:rPr lang="en-US" altLang="zh-CN" sz="2700" baseline="30000">
                <a:solidFill>
                  <a:srgbClr val="000000"/>
                </a:solidFill>
                <a:latin typeface="阿里巴巴普惠体"/>
                <a:ea typeface="微软雅黑"/>
                <a:cs typeface="Times New Roman" panose="02020603050405020304" pitchFamily="18" charset="0"/>
                <a:sym typeface="阿里巴巴普惠体"/>
              </a:rPr>
              <a:t>2</a:t>
            </a:r>
            <a:r>
              <a:rPr lang="en-US" altLang="zh-CN" sz="2700">
                <a:solidFill>
                  <a:srgbClr val="000000"/>
                </a:solidFill>
                <a:latin typeface="阿里巴巴普惠体"/>
                <a:ea typeface="微软雅黑"/>
                <a:cs typeface="Times New Roman" panose="02020603050405020304" pitchFamily="18" charset="0"/>
                <a:sym typeface="阿里巴巴普惠体"/>
              </a:rPr>
              <a:t>5°</a:t>
            </a:r>
            <a:r>
              <a:rPr lang="en-US" altLang="zh-CN" sz="2700" i="1">
                <a:solidFill>
                  <a:srgbClr val="000000"/>
                </a:solidFill>
                <a:latin typeface="阿里巴巴普惠体"/>
                <a:ea typeface="微软雅黑"/>
                <a:cs typeface="Times New Roman" panose="02020603050405020304" pitchFamily="18" charset="0"/>
                <a:sym typeface="阿里巴巴普惠体"/>
              </a:rPr>
              <a:t>+</a:t>
            </a:r>
            <a:r>
              <a:rPr lang="en-US" altLang="zh-CN" sz="2700">
                <a:solidFill>
                  <a:srgbClr val="000000"/>
                </a:solidFill>
                <a:latin typeface="阿里巴巴普惠体"/>
                <a:ea typeface="微软雅黑"/>
                <a:cs typeface="Times New Roman" panose="02020603050405020304" pitchFamily="18" charset="0"/>
                <a:sym typeface="阿里巴巴普惠体"/>
              </a:rPr>
              <a:t>sin(</a:t>
            </a:r>
            <a:r>
              <a:rPr lang="en-US" altLang="zh-CN" sz="2700" i="1">
                <a:solidFill>
                  <a:srgbClr val="000000"/>
                </a:solidFill>
                <a:latin typeface="阿里巴巴普惠体"/>
                <a:ea typeface="微软雅黑"/>
                <a:cs typeface="Times New Roman" panose="02020603050405020304" pitchFamily="18" charset="0"/>
                <a:sym typeface="阿里巴巴普惠体"/>
              </a:rPr>
              <a:t>-</a:t>
            </a:r>
            <a:r>
              <a:rPr lang="en-US" altLang="zh-CN" sz="2700">
                <a:solidFill>
                  <a:srgbClr val="000000"/>
                </a:solidFill>
                <a:latin typeface="阿里巴巴普惠体"/>
                <a:ea typeface="微软雅黑"/>
                <a:cs typeface="Times New Roman" panose="02020603050405020304" pitchFamily="18" charset="0"/>
                <a:sym typeface="阿里巴巴普惠体"/>
              </a:rPr>
              <a:t>25°)cos 5°</a:t>
            </a:r>
            <a:r>
              <a:rPr lang="en-US" altLang="zh-CN" sz="2700" i="1">
                <a:solidFill>
                  <a:srgbClr val="000000"/>
                </a:solidFill>
                <a:latin typeface="阿里巴巴普惠体"/>
                <a:ea typeface="微软雅黑"/>
                <a:cs typeface="Times New Roman" panose="02020603050405020304" pitchFamily="18" charset="0"/>
                <a:sym typeface="阿里巴巴普惠体"/>
              </a:rPr>
              <a:t>.</a:t>
            </a:r>
            <a:endParaRPr lang="zh-CN" altLang="zh-CN" sz="270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700">
                <a:solidFill>
                  <a:srgbClr val="000000"/>
                </a:solidFill>
                <a:latin typeface="阿里巴巴普惠体"/>
                <a:ea typeface="微软雅黑"/>
                <a:cs typeface="Times New Roman" panose="02020603050405020304" pitchFamily="18" charset="0"/>
                <a:sym typeface="阿里巴巴普惠体"/>
              </a:rPr>
              <a:t>(1)</a:t>
            </a:r>
            <a:r>
              <a:rPr lang="zh-CN" altLang="zh-CN" sz="2700">
                <a:solidFill>
                  <a:srgbClr val="000000"/>
                </a:solidFill>
                <a:latin typeface="阿里巴巴普惠体"/>
                <a:ea typeface="微软雅黑"/>
                <a:cs typeface="Times New Roman" panose="02020603050405020304" pitchFamily="18" charset="0"/>
                <a:sym typeface="阿里巴巴普惠体"/>
              </a:rPr>
              <a:t>试从上述五个式子中选择一个</a:t>
            </a:r>
            <a:r>
              <a:rPr lang="en-US" altLang="zh-CN" sz="2700">
                <a:solidFill>
                  <a:srgbClr val="000000"/>
                </a:solidFill>
                <a:latin typeface="阿里巴巴普惠体"/>
                <a:ea typeface="微软雅黑"/>
                <a:cs typeface="Times New Roman" panose="02020603050405020304" pitchFamily="18" charset="0"/>
                <a:sym typeface="阿里巴巴普惠体"/>
              </a:rPr>
              <a:t>,</a:t>
            </a:r>
            <a:r>
              <a:rPr lang="zh-CN" altLang="zh-CN" sz="2700">
                <a:solidFill>
                  <a:srgbClr val="000000"/>
                </a:solidFill>
                <a:latin typeface="阿里巴巴普惠体"/>
                <a:ea typeface="微软雅黑"/>
                <a:cs typeface="Times New Roman" panose="02020603050405020304" pitchFamily="18" charset="0"/>
                <a:sym typeface="阿里巴巴普惠体"/>
              </a:rPr>
              <a:t>求出这个常数</a:t>
            </a:r>
            <a:r>
              <a:rPr lang="en-US" altLang="zh-CN" sz="2700">
                <a:solidFill>
                  <a:srgbClr val="000000"/>
                </a:solidFill>
                <a:latin typeface="阿里巴巴普惠体"/>
                <a:ea typeface="微软雅黑"/>
                <a:cs typeface="Times New Roman" panose="02020603050405020304" pitchFamily="18" charset="0"/>
                <a:sym typeface="阿里巴巴普惠体"/>
              </a:rPr>
              <a:t>;</a:t>
            </a:r>
            <a:endParaRPr lang="zh-CN" altLang="zh-CN" sz="270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700">
                <a:solidFill>
                  <a:srgbClr val="000000"/>
                </a:solidFill>
                <a:latin typeface="阿里巴巴普惠体"/>
                <a:ea typeface="微软雅黑"/>
                <a:cs typeface="Times New Roman" panose="02020603050405020304" pitchFamily="18" charset="0"/>
                <a:sym typeface="阿里巴巴普惠体"/>
              </a:rPr>
              <a:t>(2)</a:t>
            </a:r>
            <a:r>
              <a:rPr lang="zh-CN" altLang="zh-CN" sz="2700">
                <a:solidFill>
                  <a:srgbClr val="000000"/>
                </a:solidFill>
                <a:latin typeface="阿里巴巴普惠体"/>
                <a:ea typeface="微软雅黑"/>
                <a:cs typeface="Times New Roman" panose="02020603050405020304" pitchFamily="18" charset="0"/>
                <a:sym typeface="阿里巴巴普惠体"/>
              </a:rPr>
              <a:t>根据</a:t>
            </a:r>
            <a:r>
              <a:rPr lang="en-US" altLang="zh-CN" sz="2700">
                <a:solidFill>
                  <a:srgbClr val="000000"/>
                </a:solidFill>
                <a:latin typeface="阿里巴巴普惠体"/>
                <a:ea typeface="微软雅黑"/>
                <a:cs typeface="Times New Roman" panose="02020603050405020304" pitchFamily="18" charset="0"/>
                <a:sym typeface="阿里巴巴普惠体"/>
              </a:rPr>
              <a:t>(1)</a:t>
            </a:r>
            <a:r>
              <a:rPr lang="zh-CN" altLang="zh-CN" sz="2700">
                <a:solidFill>
                  <a:srgbClr val="000000"/>
                </a:solidFill>
                <a:latin typeface="阿里巴巴普惠体"/>
                <a:ea typeface="微软雅黑"/>
                <a:cs typeface="Times New Roman" panose="02020603050405020304" pitchFamily="18" charset="0"/>
                <a:sym typeface="阿里巴巴普惠体"/>
              </a:rPr>
              <a:t>的计算结果</a:t>
            </a:r>
            <a:r>
              <a:rPr lang="en-US" altLang="zh-CN" sz="2700">
                <a:solidFill>
                  <a:srgbClr val="000000"/>
                </a:solidFill>
                <a:latin typeface="阿里巴巴普惠体"/>
                <a:ea typeface="微软雅黑"/>
                <a:cs typeface="Times New Roman" panose="02020603050405020304" pitchFamily="18" charset="0"/>
                <a:sym typeface="阿里巴巴普惠体"/>
              </a:rPr>
              <a:t>,</a:t>
            </a:r>
            <a:r>
              <a:rPr lang="zh-CN" altLang="zh-CN" sz="2700">
                <a:solidFill>
                  <a:srgbClr val="000000"/>
                </a:solidFill>
                <a:latin typeface="阿里巴巴普惠体"/>
                <a:ea typeface="微软雅黑"/>
                <a:cs typeface="Times New Roman" panose="02020603050405020304" pitchFamily="18" charset="0"/>
                <a:sym typeface="阿里巴巴普惠体"/>
              </a:rPr>
              <a:t>将该同学的发现推广为三角恒等式</a:t>
            </a:r>
            <a:r>
              <a:rPr lang="en-US" altLang="zh-CN" sz="2700">
                <a:solidFill>
                  <a:srgbClr val="000000"/>
                </a:solidFill>
                <a:latin typeface="阿里巴巴普惠体"/>
                <a:ea typeface="微软雅黑"/>
                <a:cs typeface="Times New Roman" panose="02020603050405020304" pitchFamily="18" charset="0"/>
                <a:sym typeface="阿里巴巴普惠体"/>
              </a:rPr>
              <a:t>,</a:t>
            </a:r>
            <a:r>
              <a:rPr lang="zh-CN" altLang="zh-CN" sz="2700">
                <a:solidFill>
                  <a:srgbClr val="000000"/>
                </a:solidFill>
                <a:latin typeface="阿里巴巴普惠体"/>
                <a:ea typeface="微软雅黑"/>
                <a:cs typeface="Times New Roman" panose="02020603050405020304" pitchFamily="18" charset="0"/>
                <a:sym typeface="阿里巴巴普惠体"/>
              </a:rPr>
              <a:t>并证明你的结论</a:t>
            </a:r>
            <a:r>
              <a:rPr lang="en-US" altLang="zh-CN" sz="2700" i="1">
                <a:solidFill>
                  <a:srgbClr val="000000"/>
                </a:solidFill>
                <a:latin typeface="阿里巴巴普惠体"/>
                <a:ea typeface="微软雅黑"/>
                <a:cs typeface="Times New Roman" panose="02020603050405020304" pitchFamily="18" charset="0"/>
                <a:sym typeface="阿里巴巴普惠体"/>
              </a:rPr>
              <a:t>.</a:t>
            </a:r>
            <a:endParaRPr lang="zh-CN" altLang="zh-CN" sz="2700">
              <a:solidFill>
                <a:srgbClr val="000000"/>
              </a:solidFill>
              <a:effectLst/>
              <a:latin typeface="阿里巴巴普惠体"/>
              <a:ea typeface="微软雅黑"/>
              <a:cs typeface="Times New Roman" panose="02020603050405020304" pitchFamily="18" charset="0"/>
              <a:sym typeface="阿里巴巴普惠体"/>
            </a:endParaRPr>
          </a:p>
        </p:txBody>
      </p:sp>
    </p:spTree>
    <p:extLst>
      <p:ext uri="{BB962C8B-B14F-4D97-AF65-F5344CB8AC3E}">
        <p14:creationId xmlns:p14="http://schemas.microsoft.com/office/powerpoint/2010/main" val="36751900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39247"/>
            <a:ext cx="2432076" cy="610039"/>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smtClean="0">
                <a:solidFill>
                  <a:srgbClr val="000000"/>
                </a:solidFill>
                <a:latin typeface="阿里巴巴普惠体"/>
                <a:ea typeface="微软雅黑"/>
                <a:cs typeface="Times New Roman" panose="02020603050405020304" pitchFamily="18" charset="0"/>
                <a:sym typeface="阿里巴巴普惠体"/>
              </a:rPr>
              <a:t>【规范答题】</a:t>
            </a:r>
            <a:r>
              <a:rPr lang="en-US" altLang="zh-CN" sz="2800" smtClean="0">
                <a:solidFill>
                  <a:srgbClr val="000000"/>
                </a:solidFill>
                <a:latin typeface="阿里巴巴普惠体"/>
                <a:ea typeface="微软雅黑"/>
                <a:cs typeface="Times New Roman" panose="02020603050405020304" pitchFamily="18" charset="0"/>
                <a:sym typeface="阿里巴巴普惠体"/>
              </a:rPr>
              <a:t> </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840981296"/>
              </p:ext>
            </p:extLst>
          </p:nvPr>
        </p:nvGraphicFramePr>
        <p:xfrm>
          <a:off x="381000" y="939875"/>
          <a:ext cx="11430000" cy="5026372"/>
        </p:xfrm>
        <a:graphic>
          <a:graphicData uri="http://schemas.openxmlformats.org/presentationml/2006/ole">
            <mc:AlternateContent xmlns:mc="http://schemas.openxmlformats.org/markup-compatibility/2006">
              <mc:Choice xmlns:v="urn:schemas-microsoft-com:vml" Requires="v">
                <p:oleObj spid="_x0000_s15364" name="文档" r:id="rId4" imgW="4510061" imgH="1985113" progId="Word.Document.12">
                  <p:embed/>
                </p:oleObj>
              </mc:Choice>
              <mc:Fallback>
                <p:oleObj name="文档" r:id="rId4" imgW="4510061" imgH="1985113" progId="Word.Document.12">
                  <p:embed/>
                  <p:pic>
                    <p:nvPicPr>
                      <p:cNvPr id="0" name=""/>
                      <p:cNvPicPr/>
                      <p:nvPr/>
                    </p:nvPicPr>
                    <p:blipFill>
                      <a:blip r:embed="rId5"/>
                      <a:stretch>
                        <a:fillRect/>
                      </a:stretch>
                    </p:blipFill>
                    <p:spPr>
                      <a:xfrm>
                        <a:off x="381000" y="939875"/>
                        <a:ext cx="11430000" cy="5026372"/>
                      </a:xfrm>
                      <a:prstGeom prst="rect">
                        <a:avLst/>
                      </a:prstGeom>
                    </p:spPr>
                  </p:pic>
                </p:oleObj>
              </mc:Fallback>
            </mc:AlternateContent>
          </a:graphicData>
        </a:graphic>
      </p:graphicFrame>
    </p:spTree>
    <p:extLst>
      <p:ext uri="{BB962C8B-B14F-4D97-AF65-F5344CB8AC3E}">
        <p14:creationId xmlns:p14="http://schemas.microsoft.com/office/powerpoint/2010/main" val="26278453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0" y="149939"/>
            <a:ext cx="10685217" cy="433754"/>
            <a:chOff x="381000" y="205656"/>
            <a:chExt cx="10685217" cy="433754"/>
          </a:xfrm>
        </p:grpSpPr>
        <p:sp>
          <p:nvSpPr>
            <p:cNvPr id="10" name="矩形 9"/>
            <p:cNvSpPr/>
            <p:nvPr/>
          </p:nvSpPr>
          <p:spPr>
            <a:xfrm>
              <a:off x="874159"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阿里巴巴普惠体"/>
                <a:ea typeface="微软雅黑"/>
                <a:sym typeface="阿里巴巴普惠体"/>
              </a:endParaRPr>
            </a:p>
          </p:txBody>
        </p:sp>
        <p:grpSp>
          <p:nvGrpSpPr>
            <p:cNvPr id="11" name="组合 10"/>
            <p:cNvGrpSpPr/>
            <p:nvPr/>
          </p:nvGrpSpPr>
          <p:grpSpPr>
            <a:xfrm>
              <a:off x="381000" y="205656"/>
              <a:ext cx="10685217" cy="433754"/>
              <a:chOff x="3048000" y="2286000"/>
              <a:chExt cx="4537109" cy="457200"/>
            </a:xfrm>
          </p:grpSpPr>
          <p:sp>
            <p:nvSpPr>
              <p:cNvPr id="12" name="矩形 11"/>
              <p:cNvSpPr/>
              <p:nvPr/>
            </p:nvSpPr>
            <p:spPr>
              <a:xfrm>
                <a:off x="3048000" y="2286000"/>
                <a:ext cx="209403"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mtClean="0">
                    <a:solidFill>
                      <a:schemeClr val="bg1"/>
                    </a:solidFill>
                    <a:latin typeface="阿里巴巴普惠体"/>
                    <a:ea typeface="微软雅黑"/>
                    <a:sym typeface="阿里巴巴普惠体"/>
                  </a:rPr>
                  <a:t> </a:t>
                </a:r>
              </a:p>
            </p:txBody>
          </p:sp>
          <p:sp>
            <p:nvSpPr>
              <p:cNvPr id="13" name="矩形 12"/>
              <p:cNvSpPr/>
              <p:nvPr/>
            </p:nvSpPr>
            <p:spPr>
              <a:xfrm>
                <a:off x="3325088" y="2286000"/>
                <a:ext cx="4260021"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b="1">
                    <a:solidFill>
                      <a:schemeClr val="bg1"/>
                    </a:solidFill>
                    <a:latin typeface="阿里巴巴普惠体"/>
                    <a:ea typeface="微软雅黑"/>
                    <a:sym typeface="阿里巴巴普惠体"/>
                  </a:rPr>
                  <a:t> </a:t>
                </a:r>
                <a:r>
                  <a:rPr lang="zh-CN" altLang="en-US" sz="2800" b="1">
                    <a:solidFill>
                      <a:schemeClr val="bg1"/>
                    </a:solidFill>
                    <a:latin typeface="阿里巴巴普惠体"/>
                    <a:ea typeface="微软雅黑"/>
                    <a:sym typeface="阿里巴巴普惠体"/>
                  </a:rPr>
                  <a:t>当堂检测</a:t>
                </a:r>
                <a:endParaRPr lang="en-US" altLang="zh-CN" sz="2800" b="1">
                  <a:solidFill>
                    <a:schemeClr val="bg1"/>
                  </a:solidFill>
                  <a:latin typeface="阿里巴巴普惠体"/>
                  <a:ea typeface="微软雅黑"/>
                  <a:sym typeface="阿里巴巴普惠体"/>
                </a:endParaRPr>
              </a:p>
            </p:txBody>
          </p:sp>
        </p:grpSp>
      </p:grpSp>
      <p:sp>
        <p:nvSpPr>
          <p:cNvPr id="2" name="矩形 1"/>
          <p:cNvSpPr>
            <a:spLocks noChangeAspect="1"/>
          </p:cNvSpPr>
          <p:nvPr/>
        </p:nvSpPr>
        <p:spPr>
          <a:xfrm>
            <a:off x="381000" y="1233810"/>
            <a:ext cx="11430000" cy="401340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阿里巴巴普惠体"/>
                <a:ea typeface="微软雅黑"/>
                <a:cs typeface="Times New Roman" panose="02020603050405020304" pitchFamily="18" charset="0"/>
                <a:sym typeface="阿里巴巴普惠体"/>
              </a:rPr>
              <a:t>1</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cos 50°</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zh-CN" altLang="zh-CN" sz="2800" i="1">
                <a:solidFill>
                  <a:srgbClr val="000000"/>
                </a:solidFill>
                <a:latin typeface="阿里巴巴普惠体"/>
                <a:ea typeface="微软雅黑"/>
                <a:cs typeface="Times New Roman" panose="02020603050405020304" pitchFamily="18" charset="0"/>
                <a:sym typeface="阿里巴巴普惠体"/>
              </a:rPr>
              <a:t>　　</a:t>
            </a:r>
            <a:r>
              <a:rPr lang="en-US" altLang="zh-CN" sz="2800">
                <a:solidFill>
                  <a:srgbClr val="000000"/>
                </a:solidFill>
                <a:latin typeface="阿里巴巴普惠体"/>
                <a:ea typeface="微软雅黑"/>
                <a:cs typeface="Times New Roman" panose="02020603050405020304" pitchFamily="18" charset="0"/>
                <a:sym typeface="阿里巴巴普惠体"/>
              </a:rPr>
              <a:t>)</a:t>
            </a:r>
            <a:endParaRPr lang="zh-CN" altLang="zh-CN" sz="280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阿里巴巴普惠体"/>
                <a:ea typeface="微软雅黑"/>
                <a:cs typeface="Times New Roman" panose="02020603050405020304" pitchFamily="18" charset="0"/>
                <a:sym typeface="阿里巴巴普惠体"/>
              </a:rPr>
              <a:t>A.cos 70°cos 20°</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sin 70°sin 20°</a:t>
            </a:r>
            <a:endParaRPr lang="zh-CN" altLang="zh-CN" sz="280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阿里巴巴普惠体"/>
                <a:ea typeface="微软雅黑"/>
                <a:cs typeface="Times New Roman" panose="02020603050405020304" pitchFamily="18" charset="0"/>
                <a:sym typeface="阿里巴巴普惠体"/>
              </a:rPr>
              <a:t>B.cos 70°sin 20°</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sin 70°cos 20°</a:t>
            </a:r>
            <a:endParaRPr lang="zh-CN" altLang="zh-CN" sz="280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阿里巴巴普惠体"/>
                <a:ea typeface="微软雅黑"/>
                <a:cs typeface="Times New Roman" panose="02020603050405020304" pitchFamily="18" charset="0"/>
                <a:sym typeface="阿里巴巴普惠体"/>
              </a:rPr>
              <a:t>C.cos 70°cos 20°</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sin 70°sin 20°</a:t>
            </a:r>
            <a:endParaRPr lang="zh-CN" altLang="zh-CN" sz="280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阿里巴巴普惠体"/>
                <a:ea typeface="微软雅黑"/>
                <a:cs typeface="Times New Roman" panose="02020603050405020304" pitchFamily="18" charset="0"/>
                <a:sym typeface="阿里巴巴普惠体"/>
              </a:rPr>
              <a:t>D.cos 70°sin 20°</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sin 70°cos 20°</a:t>
            </a:r>
            <a:endParaRPr lang="zh-CN" altLang="zh-CN" sz="280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zh-CN" altLang="zh-CN" sz="2800">
                <a:solidFill>
                  <a:srgbClr val="4040C8"/>
                </a:solidFill>
                <a:latin typeface="阿里巴巴普惠体"/>
                <a:ea typeface="微软雅黑"/>
                <a:cs typeface="Times New Roman" panose="02020603050405020304" pitchFamily="18" charset="0"/>
                <a:sym typeface="阿里巴巴普惠体"/>
              </a:rPr>
              <a:t>答案 </a:t>
            </a:r>
            <a:r>
              <a:rPr lang="en-US" altLang="zh-CN" sz="2800">
                <a:solidFill>
                  <a:srgbClr val="000000"/>
                </a:solidFill>
                <a:latin typeface="阿里巴巴普惠体"/>
                <a:ea typeface="微软雅黑"/>
                <a:cs typeface="Times New Roman" panose="02020603050405020304" pitchFamily="18" charset="0"/>
                <a:sym typeface="阿里巴巴普惠体"/>
              </a:rPr>
              <a:t>C</a:t>
            </a:r>
            <a:endParaRPr lang="zh-CN" altLang="zh-CN" sz="280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zh-CN" altLang="zh-CN" sz="2800">
                <a:solidFill>
                  <a:srgbClr val="4040C8"/>
                </a:solidFill>
                <a:latin typeface="阿里巴巴普惠体"/>
                <a:ea typeface="微软雅黑"/>
                <a:cs typeface="Times New Roman" panose="02020603050405020304" pitchFamily="18" charset="0"/>
                <a:sym typeface="阿里巴巴普惠体"/>
              </a:rPr>
              <a:t>解析 </a:t>
            </a:r>
            <a:r>
              <a:rPr lang="en-US" altLang="zh-CN" sz="2800">
                <a:solidFill>
                  <a:srgbClr val="000000"/>
                </a:solidFill>
                <a:latin typeface="阿里巴巴普惠体"/>
                <a:ea typeface="微软雅黑"/>
                <a:cs typeface="Times New Roman" panose="02020603050405020304" pitchFamily="18" charset="0"/>
                <a:sym typeface="阿里巴巴普惠体"/>
              </a:rPr>
              <a:t>cos 50°</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cos(70°</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20°)</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cos 70°cos 20°</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sin 70°sin 20°</a:t>
            </a:r>
            <a:r>
              <a:rPr lang="en-US" altLang="zh-CN" sz="2800" i="1">
                <a:solidFill>
                  <a:srgbClr val="000000"/>
                </a:solidFill>
                <a:latin typeface="阿里巴巴普惠体"/>
                <a:ea typeface="微软雅黑"/>
                <a:cs typeface="Times New Roman" panose="02020603050405020304" pitchFamily="18" charset="0"/>
                <a:sym typeface="阿里巴巴普惠体"/>
              </a:rPr>
              <a:t>.</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p:txBody>
      </p:sp>
    </p:spTree>
    <p:extLst>
      <p:ext uri="{BB962C8B-B14F-4D97-AF65-F5344CB8AC3E}">
        <p14:creationId xmlns:p14="http://schemas.microsoft.com/office/powerpoint/2010/main" val="32273288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randombar(horizontal)">
                                      <p:cBhvr>
                                        <p:cTn id="7" dur="500"/>
                                        <p:tgtEl>
                                          <p:spTgt spid="2">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6" end="6"/>
                                            </p:txEl>
                                          </p:spTgt>
                                        </p:tgtEl>
                                        <p:attrNameLst>
                                          <p:attrName>style.visibility</p:attrName>
                                        </p:attrNameLst>
                                      </p:cBhvr>
                                      <p:to>
                                        <p:strVal val="visible"/>
                                      </p:to>
                                    </p:set>
                                    <p:animEffect transition="in" filter="randombar(horizontal)">
                                      <p:cBhvr>
                                        <p:cTn id="12"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015018145"/>
              </p:ext>
            </p:extLst>
          </p:nvPr>
        </p:nvGraphicFramePr>
        <p:xfrm>
          <a:off x="458424" y="1013037"/>
          <a:ext cx="11275153" cy="1983130"/>
        </p:xfrm>
        <a:graphic>
          <a:graphicData uri="http://schemas.openxmlformats.org/presentationml/2006/ole">
            <mc:AlternateContent xmlns:mc="http://schemas.openxmlformats.org/markup-compatibility/2006">
              <mc:Choice xmlns:v="urn:schemas-microsoft-com:vml" Requires="v">
                <p:oleObj spid="_x0000_s16390" name="文档" r:id="rId4" imgW="4510061" imgH="793252" progId="Word.Document.12">
                  <p:embed/>
                </p:oleObj>
              </mc:Choice>
              <mc:Fallback>
                <p:oleObj name="文档" r:id="rId4" imgW="4510061" imgH="793252" progId="Word.Document.12">
                  <p:embed/>
                  <p:pic>
                    <p:nvPicPr>
                      <p:cNvPr id="0" name=""/>
                      <p:cNvPicPr/>
                      <p:nvPr/>
                    </p:nvPicPr>
                    <p:blipFill>
                      <a:blip r:embed="rId5"/>
                      <a:stretch>
                        <a:fillRect/>
                      </a:stretch>
                    </p:blipFill>
                    <p:spPr>
                      <a:xfrm>
                        <a:off x="458424" y="1013037"/>
                        <a:ext cx="11275153" cy="1983130"/>
                      </a:xfrm>
                      <a:prstGeom prst="rect">
                        <a:avLst/>
                      </a:prstGeom>
                    </p:spPr>
                  </p:pic>
                </p:oleObj>
              </mc:Fallback>
            </mc:AlternateContent>
          </a:graphicData>
        </a:graphic>
      </p:graphicFrame>
      <p:sp>
        <p:nvSpPr>
          <p:cNvPr id="3" name="矩形 2"/>
          <p:cNvSpPr>
            <a:spLocks noChangeAspect="1"/>
          </p:cNvSpPr>
          <p:nvPr/>
        </p:nvSpPr>
        <p:spPr>
          <a:xfrm>
            <a:off x="381000" y="2996167"/>
            <a:ext cx="1303562" cy="610039"/>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4040C8"/>
                </a:solidFill>
                <a:latin typeface="阿里巴巴普惠体"/>
                <a:ea typeface="微软雅黑"/>
                <a:cs typeface="Times New Roman" panose="02020603050405020304" pitchFamily="18" charset="0"/>
                <a:sym typeface="阿里巴巴普惠体"/>
              </a:rPr>
              <a:t>答案 </a:t>
            </a:r>
            <a:r>
              <a:rPr lang="en-US" altLang="zh-CN" sz="2800" smtClean="0">
                <a:solidFill>
                  <a:srgbClr val="000000"/>
                </a:solidFill>
                <a:latin typeface="阿里巴巴普惠体"/>
                <a:ea typeface="微软雅黑"/>
                <a:cs typeface="Times New Roman" panose="02020603050405020304" pitchFamily="18" charset="0"/>
                <a:sym typeface="阿里巴巴普惠体"/>
              </a:rPr>
              <a:t>C </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499882223"/>
              </p:ext>
            </p:extLst>
          </p:nvPr>
        </p:nvGraphicFramePr>
        <p:xfrm>
          <a:off x="458424" y="3648653"/>
          <a:ext cx="11275153" cy="992015"/>
        </p:xfrm>
        <a:graphic>
          <a:graphicData uri="http://schemas.openxmlformats.org/presentationml/2006/ole">
            <mc:AlternateContent xmlns:mc="http://schemas.openxmlformats.org/markup-compatibility/2006">
              <mc:Choice xmlns:v="urn:schemas-microsoft-com:vml" Requires="v">
                <p:oleObj spid="_x0000_s16391" name="文档" r:id="rId7" imgW="4510061" imgH="396806" progId="Word.Document.12">
                  <p:embed/>
                </p:oleObj>
              </mc:Choice>
              <mc:Fallback>
                <p:oleObj name="文档" r:id="rId7" imgW="4510061" imgH="396806" progId="Word.Document.12">
                  <p:embed/>
                  <p:pic>
                    <p:nvPicPr>
                      <p:cNvPr id="0" name=""/>
                      <p:cNvPicPr/>
                      <p:nvPr/>
                    </p:nvPicPr>
                    <p:blipFill>
                      <a:blip r:embed="rId8"/>
                      <a:stretch>
                        <a:fillRect/>
                      </a:stretch>
                    </p:blipFill>
                    <p:spPr>
                      <a:xfrm>
                        <a:off x="458424" y="3648653"/>
                        <a:ext cx="11275153" cy="992015"/>
                      </a:xfrm>
                      <a:prstGeom prst="rect">
                        <a:avLst/>
                      </a:prstGeom>
                    </p:spPr>
                  </p:pic>
                </p:oleObj>
              </mc:Fallback>
            </mc:AlternateContent>
          </a:graphicData>
        </a:graphic>
      </p:graphicFrame>
    </p:spTree>
    <p:extLst>
      <p:ext uri="{BB962C8B-B14F-4D97-AF65-F5344CB8AC3E}">
        <p14:creationId xmlns:p14="http://schemas.microsoft.com/office/powerpoint/2010/main" val="31562369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585223919"/>
              </p:ext>
            </p:extLst>
          </p:nvPr>
        </p:nvGraphicFramePr>
        <p:xfrm>
          <a:off x="458424" y="971940"/>
          <a:ext cx="11275153" cy="1983130"/>
        </p:xfrm>
        <a:graphic>
          <a:graphicData uri="http://schemas.openxmlformats.org/presentationml/2006/ole">
            <mc:AlternateContent xmlns:mc="http://schemas.openxmlformats.org/markup-compatibility/2006">
              <mc:Choice xmlns:v="urn:schemas-microsoft-com:vml" Requires="v">
                <p:oleObj spid="_x0000_s17414" name="文档" r:id="rId4" imgW="4510061" imgH="793252" progId="Word.Document.12">
                  <p:embed/>
                </p:oleObj>
              </mc:Choice>
              <mc:Fallback>
                <p:oleObj name="文档" r:id="rId4" imgW="4510061" imgH="793252" progId="Word.Document.12">
                  <p:embed/>
                  <p:pic>
                    <p:nvPicPr>
                      <p:cNvPr id="0" name=""/>
                      <p:cNvPicPr/>
                      <p:nvPr/>
                    </p:nvPicPr>
                    <p:blipFill>
                      <a:blip r:embed="rId5"/>
                      <a:stretch>
                        <a:fillRect/>
                      </a:stretch>
                    </p:blipFill>
                    <p:spPr>
                      <a:xfrm>
                        <a:off x="458424" y="971940"/>
                        <a:ext cx="11275153" cy="1983130"/>
                      </a:xfrm>
                      <a:prstGeom prst="rect">
                        <a:avLst/>
                      </a:prstGeom>
                    </p:spPr>
                  </p:pic>
                </p:oleObj>
              </mc:Fallback>
            </mc:AlternateContent>
          </a:graphicData>
        </a:graphic>
      </p:graphicFrame>
      <p:sp>
        <p:nvSpPr>
          <p:cNvPr id="3" name="矩形 2"/>
          <p:cNvSpPr>
            <a:spLocks noChangeAspect="1"/>
          </p:cNvSpPr>
          <p:nvPr/>
        </p:nvSpPr>
        <p:spPr>
          <a:xfrm>
            <a:off x="381000" y="2955070"/>
            <a:ext cx="1340432" cy="610039"/>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4040C8"/>
                </a:solidFill>
                <a:latin typeface="阿里巴巴普惠体"/>
                <a:ea typeface="微软雅黑"/>
                <a:cs typeface="Times New Roman" panose="02020603050405020304" pitchFamily="18" charset="0"/>
                <a:sym typeface="阿里巴巴普惠体"/>
              </a:rPr>
              <a:t>答案 </a:t>
            </a:r>
            <a:r>
              <a:rPr lang="en-US" altLang="zh-CN" sz="2800" smtClean="0">
                <a:solidFill>
                  <a:srgbClr val="000000"/>
                </a:solidFill>
                <a:latin typeface="阿里巴巴普惠体"/>
                <a:ea typeface="微软雅黑"/>
                <a:cs typeface="Times New Roman" panose="02020603050405020304" pitchFamily="18" charset="0"/>
                <a:sym typeface="阿里巴巴普惠体"/>
              </a:rPr>
              <a:t>D </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34659854"/>
              </p:ext>
            </p:extLst>
          </p:nvPr>
        </p:nvGraphicFramePr>
        <p:xfrm>
          <a:off x="458424" y="3547283"/>
          <a:ext cx="11275153" cy="1983130"/>
        </p:xfrm>
        <a:graphic>
          <a:graphicData uri="http://schemas.openxmlformats.org/presentationml/2006/ole">
            <mc:AlternateContent xmlns:mc="http://schemas.openxmlformats.org/markup-compatibility/2006">
              <mc:Choice xmlns:v="urn:schemas-microsoft-com:vml" Requires="v">
                <p:oleObj spid="_x0000_s17415" name="文档" r:id="rId7" imgW="4510061" imgH="793252" progId="Word.Document.12">
                  <p:embed/>
                </p:oleObj>
              </mc:Choice>
              <mc:Fallback>
                <p:oleObj name="文档" r:id="rId7" imgW="4510061" imgH="793252" progId="Word.Document.12">
                  <p:embed/>
                  <p:pic>
                    <p:nvPicPr>
                      <p:cNvPr id="0" name=""/>
                      <p:cNvPicPr/>
                      <p:nvPr/>
                    </p:nvPicPr>
                    <p:blipFill>
                      <a:blip r:embed="rId8"/>
                      <a:stretch>
                        <a:fillRect/>
                      </a:stretch>
                    </p:blipFill>
                    <p:spPr>
                      <a:xfrm>
                        <a:off x="458424" y="3547283"/>
                        <a:ext cx="11275153" cy="1983130"/>
                      </a:xfrm>
                      <a:prstGeom prst="rect">
                        <a:avLst/>
                      </a:prstGeom>
                    </p:spPr>
                  </p:pic>
                </p:oleObj>
              </mc:Fallback>
            </mc:AlternateContent>
          </a:graphicData>
        </a:graphic>
      </p:graphicFrame>
    </p:spTree>
    <p:extLst>
      <p:ext uri="{BB962C8B-B14F-4D97-AF65-F5344CB8AC3E}">
        <p14:creationId xmlns:p14="http://schemas.microsoft.com/office/powerpoint/2010/main" val="38697319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276726313"/>
              </p:ext>
            </p:extLst>
          </p:nvPr>
        </p:nvGraphicFramePr>
        <p:xfrm>
          <a:off x="458424" y="1292836"/>
          <a:ext cx="11275153" cy="992015"/>
        </p:xfrm>
        <a:graphic>
          <a:graphicData uri="http://schemas.openxmlformats.org/presentationml/2006/ole">
            <mc:AlternateContent xmlns:mc="http://schemas.openxmlformats.org/markup-compatibility/2006">
              <mc:Choice xmlns:v="urn:schemas-microsoft-com:vml" Requires="v">
                <p:oleObj spid="_x0000_s18440" name="文档" r:id="rId4" imgW="4510061" imgH="396806" progId="Word.Document.12">
                  <p:embed/>
                </p:oleObj>
              </mc:Choice>
              <mc:Fallback>
                <p:oleObj name="文档" r:id="rId4" imgW="4510061" imgH="396806" progId="Word.Document.12">
                  <p:embed/>
                  <p:pic>
                    <p:nvPicPr>
                      <p:cNvPr id="0" name=""/>
                      <p:cNvPicPr/>
                      <p:nvPr/>
                    </p:nvPicPr>
                    <p:blipFill>
                      <a:blip r:embed="rId5"/>
                      <a:stretch>
                        <a:fillRect/>
                      </a:stretch>
                    </p:blipFill>
                    <p:spPr>
                      <a:xfrm>
                        <a:off x="458424" y="1292836"/>
                        <a:ext cx="11275153" cy="992015"/>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901553477"/>
              </p:ext>
            </p:extLst>
          </p:nvPr>
        </p:nvGraphicFramePr>
        <p:xfrm>
          <a:off x="458424" y="2284851"/>
          <a:ext cx="11275153" cy="992015"/>
        </p:xfrm>
        <a:graphic>
          <a:graphicData uri="http://schemas.openxmlformats.org/presentationml/2006/ole">
            <mc:AlternateContent xmlns:mc="http://schemas.openxmlformats.org/markup-compatibility/2006">
              <mc:Choice xmlns:v="urn:schemas-microsoft-com:vml" Requires="v">
                <p:oleObj spid="_x0000_s18441" name="文档" r:id="rId7" imgW="4510061" imgH="396806" progId="Word.Document.12">
                  <p:embed/>
                </p:oleObj>
              </mc:Choice>
              <mc:Fallback>
                <p:oleObj name="文档" r:id="rId7" imgW="4510061" imgH="396806" progId="Word.Document.12">
                  <p:embed/>
                  <p:pic>
                    <p:nvPicPr>
                      <p:cNvPr id="0" name=""/>
                      <p:cNvPicPr/>
                      <p:nvPr/>
                    </p:nvPicPr>
                    <p:blipFill>
                      <a:blip r:embed="rId8"/>
                      <a:stretch>
                        <a:fillRect/>
                      </a:stretch>
                    </p:blipFill>
                    <p:spPr>
                      <a:xfrm>
                        <a:off x="458424" y="2284851"/>
                        <a:ext cx="11275153" cy="992015"/>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471961976"/>
              </p:ext>
            </p:extLst>
          </p:nvPr>
        </p:nvGraphicFramePr>
        <p:xfrm>
          <a:off x="457200" y="2981740"/>
          <a:ext cx="11430000" cy="3016007"/>
        </p:xfrm>
        <a:graphic>
          <a:graphicData uri="http://schemas.openxmlformats.org/presentationml/2006/ole">
            <mc:AlternateContent xmlns:mc="http://schemas.openxmlformats.org/markup-compatibility/2006">
              <mc:Choice xmlns:v="urn:schemas-microsoft-com:vml" Requires="v">
                <p:oleObj spid="_x0000_s18442" name="文档" r:id="rId10" imgW="4510061" imgH="1190059" progId="Word.Document.12">
                  <p:embed/>
                </p:oleObj>
              </mc:Choice>
              <mc:Fallback>
                <p:oleObj name="文档" r:id="rId10" imgW="4510061" imgH="1190059" progId="Word.Document.12">
                  <p:embed/>
                  <p:pic>
                    <p:nvPicPr>
                      <p:cNvPr id="0" name=""/>
                      <p:cNvPicPr/>
                      <p:nvPr/>
                    </p:nvPicPr>
                    <p:blipFill>
                      <a:blip r:embed="rId11"/>
                      <a:stretch>
                        <a:fillRect/>
                      </a:stretch>
                    </p:blipFill>
                    <p:spPr>
                      <a:xfrm>
                        <a:off x="457200" y="2981740"/>
                        <a:ext cx="11430000" cy="3016007"/>
                      </a:xfrm>
                      <a:prstGeom prst="rect">
                        <a:avLst/>
                      </a:prstGeom>
                    </p:spPr>
                  </p:pic>
                </p:oleObj>
              </mc:Fallback>
            </mc:AlternateContent>
          </a:graphicData>
        </a:graphic>
      </p:graphicFrame>
    </p:spTree>
    <p:extLst>
      <p:ext uri="{BB962C8B-B14F-4D97-AF65-F5344CB8AC3E}">
        <p14:creationId xmlns:p14="http://schemas.microsoft.com/office/powerpoint/2010/main" val="37113769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378809322"/>
              </p:ext>
            </p:extLst>
          </p:nvPr>
        </p:nvGraphicFramePr>
        <p:xfrm>
          <a:off x="458424" y="388711"/>
          <a:ext cx="11275153" cy="992015"/>
        </p:xfrm>
        <a:graphic>
          <a:graphicData uri="http://schemas.openxmlformats.org/presentationml/2006/ole">
            <mc:AlternateContent xmlns:mc="http://schemas.openxmlformats.org/markup-compatibility/2006">
              <mc:Choice xmlns:v="urn:schemas-microsoft-com:vml" Requires="v">
                <p:oleObj spid="_x0000_s19464" name="文档" r:id="rId4" imgW="4510061" imgH="396806" progId="Word.Document.12">
                  <p:embed/>
                </p:oleObj>
              </mc:Choice>
              <mc:Fallback>
                <p:oleObj name="文档" r:id="rId4" imgW="4510061" imgH="396806" progId="Word.Document.12">
                  <p:embed/>
                  <p:pic>
                    <p:nvPicPr>
                      <p:cNvPr id="0" name=""/>
                      <p:cNvPicPr/>
                      <p:nvPr/>
                    </p:nvPicPr>
                    <p:blipFill>
                      <a:blip r:embed="rId5"/>
                      <a:stretch>
                        <a:fillRect/>
                      </a:stretch>
                    </p:blipFill>
                    <p:spPr>
                      <a:xfrm>
                        <a:off x="458424" y="388711"/>
                        <a:ext cx="11275153" cy="992015"/>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663230442"/>
              </p:ext>
            </p:extLst>
          </p:nvPr>
        </p:nvGraphicFramePr>
        <p:xfrm>
          <a:off x="458424" y="1369840"/>
          <a:ext cx="11275153" cy="992015"/>
        </p:xfrm>
        <a:graphic>
          <a:graphicData uri="http://schemas.openxmlformats.org/presentationml/2006/ole">
            <mc:AlternateContent xmlns:mc="http://schemas.openxmlformats.org/markup-compatibility/2006">
              <mc:Choice xmlns:v="urn:schemas-microsoft-com:vml" Requires="v">
                <p:oleObj spid="_x0000_s19465" name="文档" r:id="rId7" imgW="4510061" imgH="396806" progId="Word.Document.12">
                  <p:embed/>
                </p:oleObj>
              </mc:Choice>
              <mc:Fallback>
                <p:oleObj name="文档" r:id="rId7" imgW="4510061" imgH="396806" progId="Word.Document.12">
                  <p:embed/>
                  <p:pic>
                    <p:nvPicPr>
                      <p:cNvPr id="0" name=""/>
                      <p:cNvPicPr/>
                      <p:nvPr/>
                    </p:nvPicPr>
                    <p:blipFill>
                      <a:blip r:embed="rId8"/>
                      <a:stretch>
                        <a:fillRect/>
                      </a:stretch>
                    </p:blipFill>
                    <p:spPr>
                      <a:xfrm>
                        <a:off x="458424" y="1369840"/>
                        <a:ext cx="11275153" cy="992015"/>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317565514"/>
              </p:ext>
            </p:extLst>
          </p:nvPr>
        </p:nvGraphicFramePr>
        <p:xfrm>
          <a:off x="458424" y="2167708"/>
          <a:ext cx="11275153" cy="3967163"/>
        </p:xfrm>
        <a:graphic>
          <a:graphicData uri="http://schemas.openxmlformats.org/presentationml/2006/ole">
            <mc:AlternateContent xmlns:mc="http://schemas.openxmlformats.org/markup-compatibility/2006">
              <mc:Choice xmlns:v="urn:schemas-microsoft-com:vml" Requires="v">
                <p:oleObj spid="_x0000_s19466" name="文档" r:id="rId10" imgW="4510061" imgH="1586865" progId="Word.Document.12">
                  <p:embed/>
                </p:oleObj>
              </mc:Choice>
              <mc:Fallback>
                <p:oleObj name="文档" r:id="rId10" imgW="4510061" imgH="1586865" progId="Word.Document.12">
                  <p:embed/>
                  <p:pic>
                    <p:nvPicPr>
                      <p:cNvPr id="0" name=""/>
                      <p:cNvPicPr/>
                      <p:nvPr/>
                    </p:nvPicPr>
                    <p:blipFill>
                      <a:blip r:embed="rId11"/>
                      <a:stretch>
                        <a:fillRect/>
                      </a:stretch>
                    </p:blipFill>
                    <p:spPr>
                      <a:xfrm>
                        <a:off x="458424" y="2167708"/>
                        <a:ext cx="11275153" cy="3967163"/>
                      </a:xfrm>
                      <a:prstGeom prst="rect">
                        <a:avLst/>
                      </a:prstGeom>
                    </p:spPr>
                  </p:pic>
                </p:oleObj>
              </mc:Fallback>
            </mc:AlternateContent>
          </a:graphicData>
        </a:graphic>
      </p:graphicFrame>
    </p:spTree>
    <p:extLst>
      <p:ext uri="{BB962C8B-B14F-4D97-AF65-F5344CB8AC3E}">
        <p14:creationId xmlns:p14="http://schemas.microsoft.com/office/powerpoint/2010/main" val="15118926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4193405394"/>
              </p:ext>
            </p:extLst>
          </p:nvPr>
        </p:nvGraphicFramePr>
        <p:xfrm>
          <a:off x="458424" y="768855"/>
          <a:ext cx="11275153" cy="992015"/>
        </p:xfrm>
        <a:graphic>
          <a:graphicData uri="http://schemas.openxmlformats.org/presentationml/2006/ole">
            <mc:AlternateContent xmlns:mc="http://schemas.openxmlformats.org/markup-compatibility/2006">
              <mc:Choice xmlns:v="urn:schemas-microsoft-com:vml" Requires="v">
                <p:oleObj spid="_x0000_s20486" name="文档" r:id="rId4" imgW="4510061" imgH="396806" progId="Word.Document.12">
                  <p:embed/>
                </p:oleObj>
              </mc:Choice>
              <mc:Fallback>
                <p:oleObj name="文档" r:id="rId4" imgW="4510061" imgH="396806" progId="Word.Document.12">
                  <p:embed/>
                  <p:pic>
                    <p:nvPicPr>
                      <p:cNvPr id="0" name=""/>
                      <p:cNvPicPr/>
                      <p:nvPr/>
                    </p:nvPicPr>
                    <p:blipFill>
                      <a:blip r:embed="rId5"/>
                      <a:stretch>
                        <a:fillRect/>
                      </a:stretch>
                    </p:blipFill>
                    <p:spPr>
                      <a:xfrm>
                        <a:off x="458424" y="768855"/>
                        <a:ext cx="11275153" cy="992015"/>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530807168"/>
              </p:ext>
            </p:extLst>
          </p:nvPr>
        </p:nvGraphicFramePr>
        <p:xfrm>
          <a:off x="458424" y="1798450"/>
          <a:ext cx="11275153" cy="3967163"/>
        </p:xfrm>
        <a:graphic>
          <a:graphicData uri="http://schemas.openxmlformats.org/presentationml/2006/ole">
            <mc:AlternateContent xmlns:mc="http://schemas.openxmlformats.org/markup-compatibility/2006">
              <mc:Choice xmlns:v="urn:schemas-microsoft-com:vml" Requires="v">
                <p:oleObj spid="_x0000_s20487" name="文档" r:id="rId7" imgW="4510061" imgH="1586865" progId="Word.Document.12">
                  <p:embed/>
                </p:oleObj>
              </mc:Choice>
              <mc:Fallback>
                <p:oleObj name="文档" r:id="rId7" imgW="4510061" imgH="1586865" progId="Word.Document.12">
                  <p:embed/>
                  <p:pic>
                    <p:nvPicPr>
                      <p:cNvPr id="0" name=""/>
                      <p:cNvPicPr/>
                      <p:nvPr/>
                    </p:nvPicPr>
                    <p:blipFill>
                      <a:blip r:embed="rId8"/>
                      <a:stretch>
                        <a:fillRect/>
                      </a:stretch>
                    </p:blipFill>
                    <p:spPr>
                      <a:xfrm>
                        <a:off x="458424" y="1798450"/>
                        <a:ext cx="11275153" cy="3967163"/>
                      </a:xfrm>
                      <a:prstGeom prst="rect">
                        <a:avLst/>
                      </a:prstGeom>
                    </p:spPr>
                  </p:pic>
                </p:oleObj>
              </mc:Fallback>
            </mc:AlternateContent>
          </a:graphicData>
        </a:graphic>
      </p:graphicFrame>
    </p:spTree>
    <p:extLst>
      <p:ext uri="{BB962C8B-B14F-4D97-AF65-F5344CB8AC3E}">
        <p14:creationId xmlns:p14="http://schemas.microsoft.com/office/powerpoint/2010/main" val="39304573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518761694"/>
              </p:ext>
            </p:extLst>
          </p:nvPr>
        </p:nvGraphicFramePr>
        <p:xfrm>
          <a:off x="458424" y="1076861"/>
          <a:ext cx="11275153" cy="4958278"/>
        </p:xfrm>
        <a:graphic>
          <a:graphicData uri="http://schemas.openxmlformats.org/presentationml/2006/ole">
            <mc:AlternateContent xmlns:mc="http://schemas.openxmlformats.org/markup-compatibility/2006">
              <mc:Choice xmlns:v="urn:schemas-microsoft-com:vml" Requires="v">
                <p:oleObj spid="_x0000_s21508" name="文档" r:id="rId4" imgW="4510061" imgH="1983311" progId="Word.Document.12">
                  <p:embed/>
                </p:oleObj>
              </mc:Choice>
              <mc:Fallback>
                <p:oleObj name="文档" r:id="rId4" imgW="4510061" imgH="1983311" progId="Word.Document.12">
                  <p:embed/>
                  <p:pic>
                    <p:nvPicPr>
                      <p:cNvPr id="0" name=""/>
                      <p:cNvPicPr/>
                      <p:nvPr/>
                    </p:nvPicPr>
                    <p:blipFill>
                      <a:blip r:embed="rId5"/>
                      <a:stretch>
                        <a:fillRect/>
                      </a:stretch>
                    </p:blipFill>
                    <p:spPr>
                      <a:xfrm>
                        <a:off x="458424" y="1076861"/>
                        <a:ext cx="11275153" cy="4958278"/>
                      </a:xfrm>
                      <a:prstGeom prst="rect">
                        <a:avLst/>
                      </a:prstGeom>
                    </p:spPr>
                  </p:pic>
                </p:oleObj>
              </mc:Fallback>
            </mc:AlternateContent>
          </a:graphicData>
        </a:graphic>
      </p:graphicFrame>
    </p:spTree>
    <p:extLst>
      <p:ext uri="{BB962C8B-B14F-4D97-AF65-F5344CB8AC3E}">
        <p14:creationId xmlns:p14="http://schemas.microsoft.com/office/powerpoint/2010/main" val="36546585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阴影"/>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325712" y="1511279"/>
            <a:ext cx="7280625" cy="3396125"/>
          </a:xfrm>
          <a:prstGeom prst="rect">
            <a:avLst/>
          </a:prstGeom>
        </p:spPr>
      </p:pic>
      <p:pic>
        <p:nvPicPr>
          <p:cNvPr id="11" name="图片 10"/>
          <p:cNvPicPr>
            <a:picLocks noChangeAspect="1"/>
          </p:cNvPicPr>
          <p:nvPr/>
        </p:nvPicPr>
        <p:blipFill>
          <a:blip r:embed="rId3" cstate="email">
            <a:clrChange>
              <a:clrFrom>
                <a:srgbClr val="ECECEE"/>
              </a:clrFrom>
              <a:clrTo>
                <a:srgbClr val="ECECEE">
                  <a:alpha val="0"/>
                </a:srgbClr>
              </a:clrTo>
            </a:clrChange>
            <a:extLst>
              <a:ext uri="{28A0092B-C50C-407E-A947-70E740481C1C}">
                <a14:useLocalDpi xmlns:a14="http://schemas.microsoft.com/office/drawing/2010/main"/>
              </a:ext>
            </a:extLst>
          </a:blip>
          <a:stretch>
            <a:fillRect/>
          </a:stretch>
        </p:blipFill>
        <p:spPr>
          <a:xfrm>
            <a:off x="123290" y="4517181"/>
            <a:ext cx="2325712" cy="2253486"/>
          </a:xfrm>
          <a:prstGeom prst="rect">
            <a:avLst/>
          </a:prstGeom>
        </p:spPr>
      </p:pic>
      <p:sp>
        <p:nvSpPr>
          <p:cNvPr id="12" name="文本框 11"/>
          <p:cNvSpPr txBox="1"/>
          <p:nvPr/>
        </p:nvSpPr>
        <p:spPr>
          <a:xfrm>
            <a:off x="3451123" y="2222090"/>
            <a:ext cx="4994787" cy="1015663"/>
          </a:xfrm>
          <a:prstGeom prst="rect">
            <a:avLst/>
          </a:prstGeom>
          <a:noFill/>
        </p:spPr>
        <p:txBody>
          <a:bodyPr wrap="square" rtlCol="0">
            <a:spAutoFit/>
          </a:bodyPr>
          <a:lstStyle/>
          <a:p>
            <a:r>
              <a:rPr lang="zh-CN" altLang="en-US" sz="6000" b="1">
                <a:solidFill>
                  <a:srgbClr val="55463D"/>
                </a:solidFill>
                <a:latin typeface="阿里巴巴普惠体"/>
                <a:ea typeface="微软雅黑"/>
                <a:sym typeface="阿里巴巴普惠体"/>
              </a:rPr>
              <a:t>本  课  结  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800" decel="100000"/>
                                        <p:tgtEl>
                                          <p:spTgt spid="11"/>
                                        </p:tgtEl>
                                      </p:cBhvr>
                                    </p:animEffect>
                                    <p:anim calcmode="lin" valueType="num">
                                      <p:cBhvr>
                                        <p:cTn id="8" dur="800" decel="100000" fill="hold"/>
                                        <p:tgtEl>
                                          <p:spTgt spid="11"/>
                                        </p:tgtEl>
                                        <p:attrNameLst>
                                          <p:attrName>style.rotation</p:attrName>
                                        </p:attrNameLst>
                                      </p:cBhvr>
                                      <p:tavLst>
                                        <p:tav tm="0">
                                          <p:val>
                                            <p:fltVal val="-90"/>
                                          </p:val>
                                        </p:tav>
                                        <p:tav tm="100000">
                                          <p:val>
                                            <p:fltVal val="0"/>
                                          </p:val>
                                        </p:tav>
                                      </p:tavLst>
                                    </p:anim>
                                    <p:anim calcmode="lin" valueType="num">
                                      <p:cBhvr>
                                        <p:cTn id="9" dur="800" decel="100000" fill="hold"/>
                                        <p:tgtEl>
                                          <p:spTgt spid="11"/>
                                        </p:tgtEl>
                                        <p:attrNameLst>
                                          <p:attrName>ppt_x</p:attrName>
                                        </p:attrNameLst>
                                      </p:cBhvr>
                                      <p:tavLst>
                                        <p:tav tm="0">
                                          <p:val>
                                            <p:strVal val="#ppt_x+0.4"/>
                                          </p:val>
                                        </p:tav>
                                        <p:tav tm="100000">
                                          <p:val>
                                            <p:strVal val="#ppt_x-0.05"/>
                                          </p:val>
                                        </p:tav>
                                      </p:tavLst>
                                    </p:anim>
                                    <p:anim calcmode="lin" valueType="num">
                                      <p:cBhvr>
                                        <p:cTn id="10" dur="800" decel="100000" fill="hold"/>
                                        <p:tgtEl>
                                          <p:spTgt spid="11"/>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264223" y="4392141"/>
            <a:ext cx="9663556" cy="21602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600" dirty="0">
                <a:solidFill>
                  <a:srgbClr val="EEECE1">
                    <a:lumMod val="25000"/>
                  </a:srgbClr>
                </a:solidFill>
                <a:latin typeface="微软雅黑" panose="020B0503020204020204" pitchFamily="34" charset="-122"/>
                <a:ea typeface="微软雅黑" panose="020B0503020204020204" pitchFamily="34" charset="-122"/>
              </a:rPr>
              <a:t>模</a:t>
            </a:r>
            <a:r>
              <a:rPr lang="zh-CN" altLang="en-US" sz="1600" dirty="0" smtClean="0">
                <a:solidFill>
                  <a:srgbClr val="EEECE1">
                    <a:lumMod val="25000"/>
                  </a:srgbClr>
                </a:solidFill>
                <a:latin typeface="微软雅黑" panose="020B0503020204020204" pitchFamily="34" charset="-122"/>
                <a:ea typeface="微软雅黑" panose="020B0503020204020204" pitchFamily="34" charset="-122"/>
              </a:rPr>
              <a:t>板：       </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hlinkClick r:id="rId2"/>
              </a:rPr>
              <a:t>www.1ppt.com/moban</a:t>
            </a:r>
            <a:r>
              <a:rPr lang="en-US" altLang="zh-CN" sz="1600" dirty="0">
                <a:solidFill>
                  <a:srgbClr val="EEECE1">
                    <a:lumMod val="25000"/>
                  </a:srgbClr>
                </a:solidFill>
                <a:latin typeface="微软雅黑" panose="020B0503020204020204" pitchFamily="34" charset="-122"/>
                <a:ea typeface="微软雅黑" panose="020B0503020204020204" pitchFamily="34" charset="-122"/>
                <a:hlinkClick r:id="rId2"/>
              </a:rPr>
              <a:t>/</a:t>
            </a:r>
            <a:r>
              <a:rPr lang="en-US" altLang="zh-CN" sz="16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rPr>
              <a:t>               </a:t>
            </a:r>
            <a:r>
              <a:rPr lang="zh-CN" altLang="en-US" sz="1600" dirty="0" smtClean="0">
                <a:solidFill>
                  <a:srgbClr val="EEECE1">
                    <a:lumMod val="25000"/>
                  </a:srgbClr>
                </a:solidFill>
                <a:latin typeface="微软雅黑" panose="020B0503020204020204" pitchFamily="34" charset="-122"/>
                <a:ea typeface="微软雅黑" panose="020B0503020204020204" pitchFamily="34" charset="-122"/>
              </a:rPr>
              <a:t>行业</a:t>
            </a:r>
            <a:r>
              <a:rPr lang="en-US" altLang="zh-CN" sz="16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6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600" dirty="0">
                <a:solidFill>
                  <a:srgbClr val="EEECE1">
                    <a:lumMod val="25000"/>
                  </a:srgbClr>
                </a:solidFill>
                <a:latin typeface="微软雅黑" panose="020B0503020204020204" pitchFamily="34" charset="-122"/>
                <a:ea typeface="微软雅黑" panose="020B0503020204020204" pitchFamily="34" charset="-122"/>
                <a:hlinkClick r:id="rId3"/>
              </a:rPr>
              <a:t>www.1ppt.com/hangye/</a:t>
            </a:r>
            <a:r>
              <a:rPr lang="en-US" altLang="zh-CN" sz="16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600" dirty="0">
                <a:solidFill>
                  <a:srgbClr val="EEECE1">
                    <a:lumMod val="25000"/>
                  </a:srgbClr>
                </a:solidFill>
                <a:latin typeface="微软雅黑" panose="020B0503020204020204" pitchFamily="34" charset="-122"/>
                <a:ea typeface="微软雅黑" panose="020B0503020204020204" pitchFamily="34" charset="-122"/>
              </a:rPr>
              <a:t>节日</a:t>
            </a:r>
            <a:r>
              <a:rPr lang="en-US" altLang="zh-CN" sz="16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6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600" dirty="0">
                <a:solidFill>
                  <a:srgbClr val="EEECE1">
                    <a:lumMod val="25000"/>
                  </a:srgbClr>
                </a:solidFill>
                <a:latin typeface="微软雅黑" panose="020B0503020204020204" pitchFamily="34" charset="-122"/>
                <a:ea typeface="微软雅黑" panose="020B0503020204020204" pitchFamily="34" charset="-122"/>
                <a:hlinkClick r:id="rId4"/>
              </a:rPr>
              <a:t>www.1ppt.com/jieri/</a:t>
            </a:r>
            <a:r>
              <a:rPr lang="en-US" altLang="zh-CN" sz="16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rPr>
              <a:t>                PPT</a:t>
            </a:r>
            <a:r>
              <a:rPr lang="zh-CN" altLang="en-US" sz="1600" dirty="0">
                <a:solidFill>
                  <a:srgbClr val="EEECE1">
                    <a:lumMod val="25000"/>
                  </a:srgbClr>
                </a:solidFill>
                <a:latin typeface="微软雅黑" panose="020B0503020204020204" pitchFamily="34" charset="-122"/>
                <a:ea typeface="微软雅黑" panose="020B0503020204020204" pitchFamily="34" charset="-122"/>
              </a:rPr>
              <a:t>素</a:t>
            </a:r>
            <a:r>
              <a:rPr lang="zh-CN" altLang="en-US" sz="1600" dirty="0" smtClean="0">
                <a:solidFill>
                  <a:srgbClr val="EEECE1">
                    <a:lumMod val="25000"/>
                  </a:srgbClr>
                </a:solidFill>
                <a:latin typeface="微软雅黑" panose="020B0503020204020204" pitchFamily="34" charset="-122"/>
                <a:ea typeface="微软雅黑" panose="020B0503020204020204" pitchFamily="34" charset="-122"/>
              </a:rPr>
              <a:t>材：       </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hlinkClick r:id="rId5"/>
              </a:rPr>
              <a:t>www.1ppt.com/sucai</a:t>
            </a:r>
            <a:r>
              <a:rPr lang="en-US" altLang="zh-CN" sz="1600" dirty="0">
                <a:solidFill>
                  <a:srgbClr val="EEECE1">
                    <a:lumMod val="25000"/>
                  </a:srgbClr>
                </a:solidFill>
                <a:latin typeface="微软雅黑" panose="020B0503020204020204" pitchFamily="34" charset="-122"/>
                <a:ea typeface="微软雅黑" panose="020B0503020204020204" pitchFamily="34" charset="-122"/>
                <a:hlinkClick r:id="rId5"/>
              </a:rPr>
              <a:t>/</a:t>
            </a:r>
            <a:endParaRPr lang="en-US" altLang="zh-CN" sz="1600" dirty="0">
              <a:solidFill>
                <a:srgbClr val="EEECE1">
                  <a:lumMod val="25000"/>
                </a:srgbClr>
              </a:solidFill>
              <a:latin typeface="微软雅黑" panose="020B0503020204020204" pitchFamily="34" charset="-122"/>
              <a:ea typeface="微软雅黑" panose="020B0503020204020204" pitchFamily="34" charset="-122"/>
            </a:endParaRPr>
          </a:p>
          <a:p>
            <a:r>
              <a:rPr lang="en-US" altLang="zh-CN" sz="16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600" dirty="0">
                <a:solidFill>
                  <a:srgbClr val="EEECE1">
                    <a:lumMod val="25000"/>
                  </a:srgbClr>
                </a:solidFill>
                <a:latin typeface="微软雅黑" panose="020B0503020204020204" pitchFamily="34" charset="-122"/>
                <a:ea typeface="微软雅黑" panose="020B0503020204020204" pitchFamily="34" charset="-122"/>
              </a:rPr>
              <a:t>背景图片：</a:t>
            </a:r>
            <a:r>
              <a:rPr lang="en-US" altLang="zh-CN" sz="1600" dirty="0">
                <a:solidFill>
                  <a:srgbClr val="EEECE1">
                    <a:lumMod val="25000"/>
                  </a:srgbClr>
                </a:solidFill>
                <a:latin typeface="微软雅黑" panose="020B0503020204020204" pitchFamily="34" charset="-122"/>
                <a:ea typeface="微软雅黑" panose="020B0503020204020204" pitchFamily="34" charset="-122"/>
                <a:hlinkClick r:id="rId6"/>
              </a:rPr>
              <a:t>www.1ppt.com/beijing/</a:t>
            </a:r>
            <a:r>
              <a:rPr lang="en-US" altLang="zh-CN" sz="16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rPr>
              <a:t>                PPT</a:t>
            </a:r>
            <a:r>
              <a:rPr lang="zh-CN" altLang="en-US" sz="1600" dirty="0">
                <a:solidFill>
                  <a:srgbClr val="EEECE1">
                    <a:lumMod val="25000"/>
                  </a:srgbClr>
                </a:solidFill>
                <a:latin typeface="微软雅黑" panose="020B0503020204020204" pitchFamily="34" charset="-122"/>
                <a:ea typeface="微软雅黑" panose="020B0503020204020204" pitchFamily="34" charset="-122"/>
              </a:rPr>
              <a:t>图</a:t>
            </a:r>
            <a:r>
              <a:rPr lang="zh-CN" altLang="en-US" sz="1600" dirty="0" smtClean="0">
                <a:solidFill>
                  <a:srgbClr val="EEECE1">
                    <a:lumMod val="25000"/>
                  </a:srgbClr>
                </a:solidFill>
                <a:latin typeface="微软雅黑" panose="020B0503020204020204" pitchFamily="34" charset="-122"/>
                <a:ea typeface="微软雅黑" panose="020B0503020204020204" pitchFamily="34" charset="-122"/>
              </a:rPr>
              <a:t>表：       </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hlinkClick r:id="rId7"/>
              </a:rPr>
              <a:t>www.1ppt.com/tubiao</a:t>
            </a:r>
            <a:r>
              <a:rPr lang="en-US" altLang="zh-CN" sz="1600" dirty="0">
                <a:solidFill>
                  <a:srgbClr val="EEECE1">
                    <a:lumMod val="25000"/>
                  </a:srgbClr>
                </a:solidFill>
                <a:latin typeface="微软雅黑" panose="020B0503020204020204" pitchFamily="34" charset="-122"/>
                <a:ea typeface="微软雅黑" panose="020B0503020204020204" pitchFamily="34" charset="-122"/>
                <a:hlinkClick r:id="rId7"/>
              </a:rPr>
              <a:t>/</a:t>
            </a:r>
            <a:r>
              <a:rPr lang="en-US" altLang="zh-CN" sz="16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600" dirty="0">
                <a:solidFill>
                  <a:srgbClr val="EEECE1">
                    <a:lumMod val="25000"/>
                  </a:srgbClr>
                </a:solidFill>
                <a:latin typeface="微软雅黑" panose="020B0503020204020204" pitchFamily="34" charset="-122"/>
                <a:ea typeface="微软雅黑" panose="020B0503020204020204" pitchFamily="34" charset="-122"/>
              </a:rPr>
              <a:t>优秀</a:t>
            </a:r>
            <a:r>
              <a:rPr lang="en-US" altLang="zh-CN" sz="16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600" dirty="0">
                <a:solidFill>
                  <a:srgbClr val="EEECE1">
                    <a:lumMod val="25000"/>
                  </a:srgbClr>
                </a:solidFill>
                <a:latin typeface="微软雅黑" panose="020B0503020204020204" pitchFamily="34" charset="-122"/>
                <a:ea typeface="微软雅黑" panose="020B0503020204020204" pitchFamily="34" charset="-122"/>
              </a:rPr>
              <a:t>下载：</a:t>
            </a:r>
            <a:r>
              <a:rPr lang="en-US" altLang="zh-CN" sz="1600" dirty="0">
                <a:solidFill>
                  <a:srgbClr val="EEECE1">
                    <a:lumMod val="25000"/>
                  </a:srgbClr>
                </a:solidFill>
                <a:latin typeface="微软雅黑" panose="020B0503020204020204" pitchFamily="34" charset="-122"/>
                <a:ea typeface="微软雅黑" panose="020B0503020204020204" pitchFamily="34" charset="-122"/>
                <a:hlinkClick r:id="rId8"/>
              </a:rPr>
              <a:t>www.1ppt.com/xiazai/</a:t>
            </a:r>
            <a:r>
              <a:rPr lang="en-US" altLang="zh-CN" sz="16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rPr>
              <a:t>                 PPT</a:t>
            </a:r>
            <a:r>
              <a:rPr lang="zh-CN" altLang="en-US" sz="1600" dirty="0">
                <a:solidFill>
                  <a:srgbClr val="EEECE1">
                    <a:lumMod val="25000"/>
                  </a:srgbClr>
                </a:solidFill>
                <a:latin typeface="微软雅黑" panose="020B0503020204020204" pitchFamily="34" charset="-122"/>
                <a:ea typeface="微软雅黑" panose="020B0503020204020204" pitchFamily="34" charset="-122"/>
              </a:rPr>
              <a:t>教程</a:t>
            </a:r>
            <a:r>
              <a:rPr lang="zh-CN" altLang="en-US" sz="16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hlinkClick r:id="rId9"/>
              </a:rPr>
              <a:t>www.1ppt.com/powerpoint</a:t>
            </a:r>
            <a:r>
              <a:rPr lang="en-US" altLang="zh-CN" sz="1600" dirty="0">
                <a:solidFill>
                  <a:srgbClr val="EEECE1">
                    <a:lumMod val="25000"/>
                  </a:srgbClr>
                </a:solidFill>
                <a:latin typeface="微软雅黑" panose="020B0503020204020204" pitchFamily="34" charset="-122"/>
                <a:ea typeface="微软雅黑" panose="020B0503020204020204" pitchFamily="34" charset="-122"/>
                <a:hlinkClick r:id="rId9"/>
              </a:rPr>
              <a:t>/</a:t>
            </a:r>
            <a:r>
              <a:rPr lang="en-US" altLang="zh-CN" sz="1600" dirty="0">
                <a:solidFill>
                  <a:srgbClr val="EEECE1">
                    <a:lumMod val="25000"/>
                  </a:srgbClr>
                </a:solidFill>
                <a:latin typeface="微软雅黑" panose="020B0503020204020204" pitchFamily="34" charset="-122"/>
                <a:ea typeface="微软雅黑" panose="020B0503020204020204" pitchFamily="34" charset="-122"/>
              </a:rPr>
              <a:t>      </a:t>
            </a:r>
          </a:p>
          <a:p>
            <a:r>
              <a:rPr lang="en-US" altLang="zh-CN" sz="1600" dirty="0" smtClean="0">
                <a:solidFill>
                  <a:srgbClr val="EEECE1">
                    <a:lumMod val="25000"/>
                  </a:srgbClr>
                </a:solidFill>
                <a:latin typeface="微软雅黑" panose="020B0503020204020204" pitchFamily="34" charset="-122"/>
                <a:ea typeface="微软雅黑" panose="020B0503020204020204" pitchFamily="34" charset="-122"/>
              </a:rPr>
              <a:t>Word</a:t>
            </a:r>
            <a:r>
              <a:rPr lang="zh-CN" altLang="en-US" sz="1600" dirty="0" smtClean="0">
                <a:solidFill>
                  <a:srgbClr val="EEECE1">
                    <a:lumMod val="25000"/>
                  </a:srgbClr>
                </a:solidFill>
                <a:latin typeface="微软雅黑" panose="020B0503020204020204" pitchFamily="34" charset="-122"/>
                <a:ea typeface="微软雅黑" panose="020B0503020204020204" pitchFamily="34" charset="-122"/>
              </a:rPr>
              <a:t>模板：    </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hlinkClick r:id="rId10"/>
              </a:rPr>
              <a:t>www.1ppt.com/word</a:t>
            </a:r>
            <a:r>
              <a:rPr lang="en-US" altLang="zh-CN" sz="1600" dirty="0">
                <a:solidFill>
                  <a:srgbClr val="EEECE1">
                    <a:lumMod val="25000"/>
                  </a:srgbClr>
                </a:solidFill>
                <a:latin typeface="微软雅黑" panose="020B0503020204020204" pitchFamily="34" charset="-122"/>
                <a:ea typeface="微软雅黑" panose="020B0503020204020204" pitchFamily="34" charset="-122"/>
                <a:hlinkClick r:id="rId10"/>
              </a:rPr>
              <a:t>/</a:t>
            </a:r>
            <a:r>
              <a:rPr lang="en-US" altLang="zh-CN" sz="16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rPr>
              <a:t>                  Excel</a:t>
            </a:r>
            <a:r>
              <a:rPr lang="zh-CN" altLang="en-US" sz="1600" dirty="0" smtClean="0">
                <a:solidFill>
                  <a:srgbClr val="EEECE1">
                    <a:lumMod val="25000"/>
                  </a:srgbClr>
                </a:solidFill>
                <a:latin typeface="微软雅黑" panose="020B0503020204020204" pitchFamily="34" charset="-122"/>
                <a:ea typeface="微软雅黑" panose="020B0503020204020204" pitchFamily="34" charset="-122"/>
              </a:rPr>
              <a:t>模板：     </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hlinkClick r:id="rId11"/>
              </a:rPr>
              <a:t>www.1ppt.com/excel</a:t>
            </a:r>
            <a:r>
              <a:rPr lang="en-US" altLang="zh-CN" sz="1600" dirty="0">
                <a:solidFill>
                  <a:srgbClr val="EEECE1">
                    <a:lumMod val="25000"/>
                  </a:srgbClr>
                </a:solidFill>
                <a:latin typeface="微软雅黑" panose="020B0503020204020204" pitchFamily="34" charset="-122"/>
                <a:ea typeface="微软雅黑" panose="020B0503020204020204" pitchFamily="34" charset="-122"/>
                <a:hlinkClick r:id="rId11"/>
              </a:rPr>
              <a:t>/</a:t>
            </a:r>
            <a:r>
              <a:rPr lang="en-US" altLang="zh-CN" sz="16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600" dirty="0">
                <a:solidFill>
                  <a:srgbClr val="EEECE1">
                    <a:lumMod val="25000"/>
                  </a:srgbClr>
                </a:solidFill>
                <a:latin typeface="微软雅黑" panose="020B0503020204020204" pitchFamily="34" charset="-122"/>
                <a:ea typeface="微软雅黑" panose="020B0503020204020204" pitchFamily="34" charset="-122"/>
              </a:rPr>
              <a:t>个人简历</a:t>
            </a:r>
            <a:r>
              <a:rPr lang="zh-CN" altLang="en-US" sz="16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hlinkClick r:id="rId12"/>
              </a:rPr>
              <a:t>www.1ppt.com/jianli/</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rPr>
              <a:t>                         PPT</a:t>
            </a:r>
            <a:r>
              <a:rPr lang="zh-CN" altLang="en-US" sz="1600" dirty="0">
                <a:solidFill>
                  <a:srgbClr val="EEECE1">
                    <a:lumMod val="25000"/>
                  </a:srgbClr>
                </a:solidFill>
                <a:latin typeface="微软雅黑" panose="020B0503020204020204" pitchFamily="34" charset="-122"/>
                <a:ea typeface="微软雅黑" panose="020B0503020204020204" pitchFamily="34" charset="-122"/>
              </a:rPr>
              <a:t>课</a:t>
            </a:r>
            <a:r>
              <a:rPr lang="zh-CN" altLang="en-US" sz="1600" dirty="0" smtClean="0">
                <a:solidFill>
                  <a:srgbClr val="EEECE1">
                    <a:lumMod val="25000"/>
                  </a:srgbClr>
                </a:solidFill>
                <a:latin typeface="微软雅黑" panose="020B0503020204020204" pitchFamily="34" charset="-122"/>
                <a:ea typeface="微软雅黑" panose="020B0503020204020204" pitchFamily="34" charset="-122"/>
              </a:rPr>
              <a:t>件：       </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hlinkClick r:id="rId13"/>
              </a:rPr>
              <a:t>www.1ppt.com/kejian</a:t>
            </a:r>
            <a:r>
              <a:rPr lang="en-US" altLang="zh-CN" sz="1600" dirty="0">
                <a:solidFill>
                  <a:srgbClr val="EEECE1">
                    <a:lumMod val="25000"/>
                  </a:srgbClr>
                </a:solidFill>
                <a:latin typeface="微软雅黑" panose="020B0503020204020204" pitchFamily="34" charset="-122"/>
                <a:ea typeface="微软雅黑" panose="020B0503020204020204" pitchFamily="34" charset="-122"/>
                <a:hlinkClick r:id="rId13"/>
              </a:rPr>
              <a:t>/</a:t>
            </a:r>
            <a:r>
              <a:rPr lang="en-US" altLang="zh-CN" sz="16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600" dirty="0">
                <a:solidFill>
                  <a:srgbClr val="EEECE1">
                    <a:lumMod val="25000"/>
                  </a:srgbClr>
                </a:solidFill>
                <a:latin typeface="微软雅黑" panose="020B0503020204020204" pitchFamily="34" charset="-122"/>
                <a:ea typeface="微软雅黑" panose="020B0503020204020204" pitchFamily="34" charset="-122"/>
              </a:rPr>
              <a:t>手抄报</a:t>
            </a:r>
            <a:r>
              <a:rPr lang="zh-CN" altLang="en-US" sz="16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hlinkClick r:id="rId14"/>
              </a:rPr>
              <a:t>www.1ppt.com/shouchaobao/</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rPr>
              <a:t>          </a:t>
            </a:r>
            <a:r>
              <a:rPr lang="zh-CN" altLang="en-US" sz="1600" dirty="0" smtClean="0">
                <a:solidFill>
                  <a:srgbClr val="EEECE1">
                    <a:lumMod val="25000"/>
                  </a:srgbClr>
                </a:solidFill>
                <a:latin typeface="微软雅黑" panose="020B0503020204020204" pitchFamily="34" charset="-122"/>
                <a:ea typeface="微软雅黑" panose="020B0503020204020204" pitchFamily="34" charset="-122"/>
              </a:rPr>
              <a:t>试</a:t>
            </a:r>
            <a:r>
              <a:rPr lang="zh-CN" altLang="en-US" sz="1600" dirty="0">
                <a:solidFill>
                  <a:srgbClr val="EEECE1">
                    <a:lumMod val="25000"/>
                  </a:srgbClr>
                </a:solidFill>
                <a:latin typeface="微软雅黑" panose="020B0503020204020204" pitchFamily="34" charset="-122"/>
                <a:ea typeface="微软雅黑" panose="020B0503020204020204" pitchFamily="34" charset="-122"/>
              </a:rPr>
              <a:t>题</a:t>
            </a:r>
            <a:r>
              <a:rPr lang="zh-CN" altLang="en-US" sz="1600" dirty="0" smtClean="0">
                <a:solidFill>
                  <a:srgbClr val="EEECE1">
                    <a:lumMod val="25000"/>
                  </a:srgbClr>
                </a:solidFill>
                <a:latin typeface="微软雅黑" panose="020B0503020204020204" pitchFamily="34" charset="-122"/>
                <a:ea typeface="微软雅黑" panose="020B0503020204020204" pitchFamily="34" charset="-122"/>
              </a:rPr>
              <a:t>下载：      </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hlinkClick r:id="rId15"/>
              </a:rPr>
              <a:t>www.1ppt.com/shiti/</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rPr>
              <a:t>  </a:t>
            </a:r>
          </a:p>
          <a:p>
            <a:r>
              <a:rPr lang="zh-CN" altLang="en-US" sz="1600" dirty="0" smtClean="0">
                <a:solidFill>
                  <a:srgbClr val="EEECE1">
                    <a:lumMod val="25000"/>
                  </a:srgbClr>
                </a:solidFill>
                <a:latin typeface="微软雅黑" panose="020B0503020204020204" pitchFamily="34" charset="-122"/>
                <a:ea typeface="微软雅黑" panose="020B0503020204020204" pitchFamily="34" charset="-122"/>
              </a:rPr>
              <a:t>教案下载：      </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hlinkClick r:id="rId16"/>
              </a:rPr>
              <a:t>www.1ppt.com/jiaoan/</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rPr>
              <a:t>                       </a:t>
            </a:r>
            <a:r>
              <a:rPr lang="zh-CN" altLang="en-US" sz="1600" dirty="0" smtClean="0">
                <a:solidFill>
                  <a:srgbClr val="EEECE1">
                    <a:lumMod val="25000"/>
                  </a:srgbClr>
                </a:solidFill>
                <a:latin typeface="微软雅黑" panose="020B0503020204020204" pitchFamily="34" charset="-122"/>
                <a:ea typeface="微软雅黑" panose="020B0503020204020204" pitchFamily="34" charset="-122"/>
              </a:rPr>
              <a:t>字体下载：      </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hlinkClick r:id="rId17"/>
              </a:rPr>
              <a:t>www.1ppt.com/ziti/</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rPr>
              <a:t>              </a:t>
            </a:r>
            <a:endParaRPr lang="zh-CN" altLang="en-US" sz="16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3" name="Rectangle 17"/>
          <p:cNvSpPr>
            <a:spLocks noChangeArrowheads="1"/>
          </p:cNvSpPr>
          <p:nvPr/>
        </p:nvSpPr>
        <p:spPr bwMode="gray">
          <a:xfrm>
            <a:off x="0" y="2998275"/>
            <a:ext cx="12192000" cy="1366829"/>
          </a:xfrm>
          <a:prstGeom prst="rect">
            <a:avLst/>
          </a:prstGeom>
          <a:solidFill>
            <a:schemeClr val="tx2">
              <a:lumMod val="75000"/>
            </a:schemeClr>
          </a:solidFill>
          <a:ln w="9525">
            <a:noFill/>
            <a:miter lim="800000"/>
            <a:headEnd/>
            <a:tailEnd/>
          </a:ln>
        </p:spPr>
        <p:txBody>
          <a:bodyPr wrap="none" anchor="ctr"/>
          <a:lstStyle/>
          <a:p>
            <a:pPr>
              <a:defRPr/>
            </a:pPr>
            <a:endParaRPr lang="zh-CN" altLang="en-US" kern="0" dirty="0">
              <a:solidFill>
                <a:srgbClr val="005397"/>
              </a:solidFill>
              <a:latin typeface="Arial"/>
              <a:ea typeface="微软雅黑"/>
            </a:endParaRPr>
          </a:p>
        </p:txBody>
      </p:sp>
      <p:sp>
        <p:nvSpPr>
          <p:cNvPr id="15" name="Rectangle 3"/>
          <p:cNvSpPr>
            <a:spLocks noChangeArrowheads="1"/>
          </p:cNvSpPr>
          <p:nvPr/>
        </p:nvSpPr>
        <p:spPr bwMode="auto">
          <a:xfrm>
            <a:off x="528410" y="3097350"/>
            <a:ext cx="5471583" cy="119575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buFont typeface="Wingdings" pitchFamily="2" charset="2"/>
              <a:buNone/>
              <a:defRPr/>
            </a:pPr>
            <a:r>
              <a:rPr lang="zh-CN" altLang="en-US" sz="2000" b="1" kern="0" dirty="0" smtClean="0">
                <a:solidFill>
                  <a:prstClr val="white"/>
                </a:solidFill>
                <a:latin typeface="微软雅黑" pitchFamily="34" charset="-122"/>
                <a:ea typeface="微软雅黑" pitchFamily="34" charset="-122"/>
              </a:rPr>
              <a:t>可以在下列情况使用</a:t>
            </a:r>
            <a:endParaRPr lang="zh-CN" altLang="en-US" sz="1200" kern="0" dirty="0" smtClean="0">
              <a:solidFill>
                <a:prstClr val="white"/>
              </a:solidFill>
              <a:latin typeface="微软雅黑" pitchFamily="34" charset="-122"/>
              <a:ea typeface="微软雅黑" pitchFamily="34" charset="-122"/>
            </a:endParaRP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个</a:t>
            </a:r>
            <a:r>
              <a:rPr lang="zh-CN" altLang="en-US" sz="1200" kern="0" dirty="0" smtClean="0">
                <a:solidFill>
                  <a:prstClr val="white"/>
                </a:solidFill>
                <a:latin typeface="微软雅黑" pitchFamily="34" charset="-122"/>
                <a:ea typeface="微软雅黑" pitchFamily="34" charset="-122"/>
              </a:rPr>
              <a:t>人学习、研究。</a:t>
            </a:r>
          </a:p>
          <a:p>
            <a:pPr>
              <a:lnSpc>
                <a:spcPct val="150000"/>
              </a:lnSpc>
              <a:buClr>
                <a:srgbClr val="5B8CC1"/>
              </a:buClr>
              <a:buFont typeface="Wingdings" pitchFamily="2" charset="2"/>
              <a:buChar char="n"/>
              <a:defRPr/>
            </a:pPr>
            <a:r>
              <a:rPr lang="zh-CN" altLang="en-US" sz="1200" kern="0" dirty="0" smtClean="0">
                <a:solidFill>
                  <a:prstClr val="white"/>
                </a:solidFill>
                <a:latin typeface="微软雅黑" pitchFamily="34" charset="-122"/>
                <a:ea typeface="微软雅黑" pitchFamily="34" charset="-122"/>
              </a:rPr>
              <a:t>拷贝模板中的内容用于其它幻灯片母版中使用。</a:t>
            </a:r>
          </a:p>
        </p:txBody>
      </p:sp>
      <p:sp>
        <p:nvSpPr>
          <p:cNvPr id="16" name="Rectangle 4"/>
          <p:cNvSpPr>
            <a:spLocks noChangeArrowheads="1"/>
          </p:cNvSpPr>
          <p:nvPr/>
        </p:nvSpPr>
        <p:spPr bwMode="auto">
          <a:xfrm>
            <a:off x="6096000" y="3097350"/>
            <a:ext cx="5471584" cy="119575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buFont typeface="Wingdings" pitchFamily="2" charset="2"/>
              <a:buNone/>
              <a:defRPr/>
            </a:pPr>
            <a:r>
              <a:rPr lang="zh-CN" altLang="en-US" sz="2000" b="1" kern="0" dirty="0" smtClean="0">
                <a:solidFill>
                  <a:prstClr val="white"/>
                </a:solidFill>
                <a:latin typeface="微软雅黑" pitchFamily="34" charset="-122"/>
                <a:ea typeface="微软雅黑" pitchFamily="34" charset="-122"/>
              </a:rPr>
              <a:t>不可以在以下情况使用</a:t>
            </a:r>
            <a:endParaRPr lang="zh-CN" altLang="en-US" sz="1050" b="1" kern="0" dirty="0" smtClean="0">
              <a:solidFill>
                <a:prstClr val="white"/>
              </a:solidFill>
              <a:latin typeface="微软雅黑" pitchFamily="34" charset="-122"/>
              <a:ea typeface="微软雅黑" pitchFamily="34" charset="-122"/>
            </a:endParaRPr>
          </a:p>
          <a:p>
            <a:pPr>
              <a:lnSpc>
                <a:spcPct val="150000"/>
              </a:lnSpc>
              <a:buClr>
                <a:srgbClr val="5B8CC1"/>
              </a:buClr>
              <a:buFont typeface="Wingdings" pitchFamily="2" charset="2"/>
              <a:buChar char="n"/>
              <a:defRPr/>
            </a:pPr>
            <a:r>
              <a:rPr lang="zh-CN" altLang="en-US" sz="1200" kern="0" dirty="0" smtClean="0">
                <a:solidFill>
                  <a:prstClr val="white"/>
                </a:solidFill>
                <a:latin typeface="微软雅黑" pitchFamily="34" charset="-122"/>
                <a:ea typeface="微软雅黑" pitchFamily="34" charset="-122"/>
              </a:rPr>
              <a:t>任何形式的在线付费下载。</a:t>
            </a:r>
          </a:p>
          <a:p>
            <a:pPr>
              <a:lnSpc>
                <a:spcPct val="150000"/>
              </a:lnSpc>
              <a:buClr>
                <a:srgbClr val="5B8CC1"/>
              </a:buClr>
              <a:buFont typeface="Wingdings" pitchFamily="2" charset="2"/>
              <a:buChar char="n"/>
              <a:defRPr/>
            </a:pPr>
            <a:r>
              <a:rPr lang="zh-CN" altLang="en-US" sz="1200" kern="0" dirty="0" smtClean="0">
                <a:solidFill>
                  <a:prstClr val="white"/>
                </a:solidFill>
                <a:latin typeface="微软雅黑" pitchFamily="34" charset="-122"/>
                <a:ea typeface="微软雅黑" pitchFamily="34" charset="-122"/>
              </a:rPr>
              <a:t>刻录光碟销售。</a:t>
            </a:r>
            <a:endParaRPr lang="zh-CN" altLang="en-GB" sz="1200" kern="0" dirty="0" smtClean="0">
              <a:solidFill>
                <a:prstClr val="white"/>
              </a:solidFill>
              <a:latin typeface="微软雅黑" pitchFamily="34" charset="-122"/>
              <a:ea typeface="微软雅黑" pitchFamily="34" charset="-122"/>
            </a:endParaRPr>
          </a:p>
        </p:txBody>
      </p:sp>
      <p:pic>
        <p:nvPicPr>
          <p:cNvPr id="1027" name="Picture 3"/>
          <p:cNvPicPr>
            <a:picLocks noChangeAspect="1" noChangeArrowheads="1"/>
          </p:cNvPicPr>
          <p:nvPr/>
        </p:nvPicPr>
        <p:blipFill>
          <a:blip r:embed="rId18" cstate="email">
            <a:extLst>
              <a:ext uri="{28A0092B-C50C-407E-A947-70E740481C1C}">
                <a14:useLocalDpi xmlns:a14="http://schemas.microsoft.com/office/drawing/2010/main"/>
              </a:ext>
            </a:extLst>
          </a:blip>
          <a:srcRect/>
          <a:stretch>
            <a:fillRect/>
          </a:stretch>
        </p:blipFill>
        <p:spPr bwMode="auto">
          <a:xfrm>
            <a:off x="2149475" y="356250"/>
            <a:ext cx="7893049" cy="235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14128620"/>
      </p:ext>
    </p:extLst>
  </p:cSld>
  <p:clrMapOvr>
    <a:masterClrMapping/>
  </p:clrMapOvr>
  <p:timing>
    <p:tnLst>
      <p:par>
        <p:cTn id="1" dur="indefinite" restart="never" nodeType="tmRoot"/>
      </p:par>
    </p:tnLst>
  </p:timing>
</p:sld>
</file>

<file path=ppt/theme/theme1.xml><?xml version="1.0" encoding="utf-8"?>
<a:theme xmlns:a="http://schemas.openxmlformats.org/drawingml/2006/main" name="第一PPT模板网-WWW.1PPT.COM">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理科模板.potx" id="{05826FBC-0476-4FCB-B977-CA3F865E7FE8}" vid="{B144E781-9AB7-495A-AD7E-C26B852AA6C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理科模板</Template>
  <TotalTime>104</TotalTime>
  <Words>1451</Words>
  <Application>Microsoft Office PowerPoint</Application>
  <PresentationFormat>自定义</PresentationFormat>
  <Paragraphs>96</Paragraphs>
  <Slides>35</Slides>
  <Notes>0</Notes>
  <HiddenSlides>0</HiddenSlides>
  <MMClips>0</MMClips>
  <ScaleCrop>false</ScaleCrop>
  <HeadingPairs>
    <vt:vector size="6" baseType="variant">
      <vt:variant>
        <vt:lpstr>主题</vt:lpstr>
      </vt:variant>
      <vt:variant>
        <vt:i4>2</vt:i4>
      </vt:variant>
      <vt:variant>
        <vt:lpstr>嵌入 OLE 服务器</vt:lpstr>
      </vt:variant>
      <vt:variant>
        <vt:i4>1</vt:i4>
      </vt:variant>
      <vt:variant>
        <vt:lpstr>幻灯片标题</vt:lpstr>
      </vt:variant>
      <vt:variant>
        <vt:i4>35</vt:i4>
      </vt:variant>
    </vt:vector>
  </HeadingPairs>
  <TitlesOfParts>
    <vt:vector size="38" baseType="lpstr">
      <vt:lpstr>第一PPT模板网-WWW.1PPT.COM</vt:lpstr>
      <vt:lpstr>Office 主题</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第一PPT模板网-WWW.1PPT.COM</dc:title>
  <dc:creator>第一PPT模板网-WWW.1PPT.COM</dc:creator>
  <cp:lastModifiedBy>123</cp:lastModifiedBy>
  <cp:revision>56</cp:revision>
  <dcterms:created xsi:type="dcterms:W3CDTF">2020-12-30T07:17:36Z</dcterms:created>
  <dcterms:modified xsi:type="dcterms:W3CDTF">2025-07-21T06:06:32Z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