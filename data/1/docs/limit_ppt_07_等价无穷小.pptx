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阶的比较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高阶/同阶/低阶</a:t>
            </a:r>
          </a:p>
          <a:p>
            <a:pPr/>
            <a:r>
              <a:t>比值判断：0/常数/∞</a:t>
            </a:r>
          </a:p>
          <a:p>
            <a:pPr/>
            <a:r>
              <a:t>等价：比值 =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常用等价无穷小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sin x ~ x；tan x ~ x</a:t>
            </a:r>
          </a:p>
          <a:p>
            <a:pPr/>
            <a:r>
              <a:t>1−cos x ~ x²/2</a:t>
            </a:r>
          </a:p>
          <a:p>
            <a:pPr/>
            <a:r>
              <a:t>ln(1+x) ~ x；e^x−1 ~ x</a:t>
            </a:r>
          </a:p>
          <a:p>
            <a:pPr/>
            <a:r>
              <a:t>(1+x)^a−1 ~ ax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替换规则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乘除中可替换</a:t>
            </a:r>
          </a:p>
          <a:p>
            <a:pPr/>
            <a:r>
              <a:t>加减中慎换</a:t>
            </a:r>
          </a:p>
          <a:p>
            <a:pPr/>
            <a:r>
              <a:t>反例：tan x − sin 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陷阱题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lim(x→0)(tan x−sin x)/x³</a:t>
            </a:r>
          </a:p>
          <a:p>
            <a:pPr/>
            <a:r>
              <a:t>提公因子：tan x(1−cos x)</a:t>
            </a:r>
          </a:p>
          <a:p>
            <a:pPr/>
            <a:r>
              <a:t>= x·(x²/2)/x³ = 1/2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泰勒视角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sin x = x − x³/6 + …</a:t>
            </a:r>
          </a:p>
          <a:p>
            <a:pPr/>
            <a:r>
              <a:t>等价即取一阶主部</a:t>
            </a:r>
          </a:p>
          <a:p>
            <a:pPr/>
            <a:r>
              <a:t>理解替换来源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