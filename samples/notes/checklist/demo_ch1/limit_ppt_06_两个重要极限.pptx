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第一个重要极限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lim(x→0) sin x / x = 1</a:t>
            </a:r>
          </a:p>
          <a:p>
            <a:pPr/>
            <a:r>
              <a:t>几何证明：扇形面积夹逼</a:t>
            </a:r>
          </a:p>
          <a:p>
            <a:pPr/>
            <a:r>
              <a:t>x 必须用弧度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变形技巧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lim sin(kx)/x = k</a:t>
            </a:r>
          </a:p>
          <a:p>
            <a:pPr/>
            <a:r>
              <a:t>lim sin(kx)/sin(mx) = k/m</a:t>
            </a:r>
          </a:p>
          <a:p>
            <a:pPr/>
            <a:r>
              <a:t>lim tan x/x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第二个重要极限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lim(x→∞)(1+1/x)^x = e</a:t>
            </a:r>
          </a:p>
          <a:p>
            <a:pPr/>
            <a:r>
              <a:t>等价：lim(x→0)(1+x)^(1/x)=e</a:t>
            </a:r>
          </a:p>
          <a:p>
            <a:pPr/>
            <a:r>
              <a:t>e ≈ 2.71828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凑形方法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底 = 1 + 无穷小</a:t>
            </a:r>
          </a:p>
          <a:p>
            <a:pPr/>
            <a:r>
              <a:t>指数 = 无穷小的倒数×常数</a:t>
            </a:r>
          </a:p>
          <a:p>
            <a:pPr/>
            <a:r>
              <a:t>结果 = e^常数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易错提醒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lim(x→∞) sin x/x = 0 不是 1</a:t>
            </a:r>
          </a:p>
          <a:p>
            <a:pPr/>
            <a:r>
              <a:t>1^∞ 必须凑形</a:t>
            </a:r>
          </a:p>
          <a:p>
            <a:pPr/>
            <a:r>
              <a:t>不可直接写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