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隐函数求导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F(x,y)=0 两边对 x 求导</a:t>
            </a:r>
          </a:p>
          <a:p>
            <a:pPr>
              <a:defRPr sz="2000"/>
            </a:pPr>
            <a:r>
              <a:t>• y 视为 x 的函数</a:t>
            </a:r>
          </a:p>
          <a:p>
            <a:pPr>
              <a:defRPr sz="2000"/>
            </a:pPr>
            <a:r>
              <a:t>• 含 y 的项补乘 y'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隐函数例题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x² + y² = 1 → y' = −x/y</a:t>
            </a:r>
          </a:p>
          <a:p>
            <a:pPr>
              <a:defRPr sz="2000"/>
            </a:pPr>
            <a:r>
              <a:t>• eʸ + xy = e → y' = −y/(eʸ+x)</a:t>
            </a:r>
          </a:p>
          <a:p>
            <a:pPr>
              <a:defRPr sz="2000"/>
            </a:pPr>
            <a:r>
              <a:t>• 代点求值先用原方程求 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参数方程求导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dy/dx = ψ'(t)/φ'(t)</a:t>
            </a:r>
          </a:p>
          <a:p>
            <a:pPr>
              <a:defRPr sz="2000"/>
            </a:pPr>
            <a:r>
              <a:t>• dy/dx 与 dy/dt 不同</a:t>
            </a:r>
          </a:p>
          <a:p>
            <a:pPr>
              <a:defRPr sz="2000"/>
            </a:pPr>
            <a:r>
              <a:t>• 二阶导：对 t 求导再除以 dx/dt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对数求导法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适用：幂指函数 / 连乘连除</a:t>
            </a:r>
          </a:p>
          <a:p>
            <a:pPr>
              <a:defRPr sz="2000"/>
            </a:pPr>
            <a:r>
              <a:t>• ln y 两边求导再乘 y</a:t>
            </a:r>
          </a:p>
          <a:p>
            <a:pPr>
              <a:defRPr sz="2000"/>
            </a:pPr>
            <a:r>
              <a:t>• 例：y = xˣ → y' = xˣ(ln x + 1)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隐函数：两边求导解 y'</a:t>
            </a:r>
          </a:p>
          <a:p>
            <a:pPr>
              <a:defRPr sz="2000"/>
            </a:pPr>
            <a:r>
              <a:t>• 参数方程：两导相除</a:t>
            </a:r>
          </a:p>
          <a:p>
            <a:pPr>
              <a:defRPr sz="2000"/>
            </a:pPr>
            <a:r>
              <a:t>• 幂指函数：对数求导法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