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知识框架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概念（定义/几何/可导⇔连续）</a:t>
            </a:r>
          </a:p>
          <a:p>
            <a:pPr>
              <a:defRPr sz="2000"/>
            </a:pPr>
            <a:r>
              <a:t>• 法则（四则/复合/隐函数/参数/对数）</a:t>
            </a:r>
          </a:p>
          <a:p>
            <a:pPr>
              <a:defRPr sz="2000"/>
            </a:pPr>
            <a:r>
              <a:t>• 高阶导 + 微分 + 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公式表速记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幂/三角/指数/对数/反三角 10 条</a:t>
            </a:r>
          </a:p>
          <a:p>
            <a:pPr>
              <a:defRPr sz="2000"/>
            </a:pPr>
            <a:r>
              <a:t>• 四则 3 条 + 链式 1 条</a:t>
            </a:r>
          </a:p>
          <a:p>
            <a:pPr>
              <a:defRPr sz="2000"/>
            </a:pPr>
            <a:r>
              <a:t>• 微分 dy = f'(x)dx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易错点 Top5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漏乘内层导数</a:t>
            </a:r>
          </a:p>
          <a:p>
            <a:pPr>
              <a:defRPr sz="2000"/>
            </a:pPr>
            <a:r>
              <a:t>• 商法则分子符号</a:t>
            </a:r>
          </a:p>
          <a:p>
            <a:pPr>
              <a:defRPr sz="2000"/>
            </a:pPr>
            <a:r>
              <a:t>• 隐函数漏 y'</a:t>
            </a:r>
          </a:p>
          <a:p>
            <a:pPr>
              <a:defRPr sz="2000"/>
            </a:pPr>
            <a:r>
              <a:t>• dy/dx 与 dy/dt 混淆</a:t>
            </a:r>
          </a:p>
          <a:p>
            <a:pPr>
              <a:defRPr sz="2000"/>
            </a:pPr>
            <a:r>
              <a:t>• 幂指函数直接套公式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考前建议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默写公式表一遍</a:t>
            </a:r>
          </a:p>
          <a:p>
            <a:pPr>
              <a:defRPr sz="2000"/>
            </a:pPr>
            <a:r>
              <a:t>• 每类法则练 3-5 题</a:t>
            </a:r>
          </a:p>
          <a:p>
            <a:pPr>
              <a:defRPr sz="2000"/>
            </a:pPr>
            <a:r>
              <a:t>• 错题本过一遍</a:t>
            </a:r>
          </a:p>
          <a:p>
            <a:pPr>
              <a:defRPr sz="2000"/>
            </a:pPr>
            <a:r>
              <a:t>• 微分近似 2-3 题保分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导数 = 变化率 = 切线斜率</a:t>
            </a:r>
          </a:p>
          <a:p>
            <a:pPr>
              <a:defRPr sz="2000"/>
            </a:pPr>
            <a:r>
              <a:t>• 法则工具化：见结构选法则</a:t>
            </a:r>
          </a:p>
          <a:p>
            <a:pPr>
              <a:defRPr sz="2000"/>
            </a:pPr>
            <a:r>
              <a:t>• 可导必连续、连续不一定可导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