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函数极限的分类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x→∞ 时 f(x)→A</a:t>
            </a:r>
          </a:p>
          <a:p>
            <a:pPr/>
            <a:r>
              <a:t>x→x0 时 f(x)→A</a:t>
            </a:r>
          </a:p>
          <a:p>
            <a:pPr/>
            <a:r>
              <a:t>左极限与右极限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ε-δ 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任意 ε&gt;0，存在 δ&gt;0</a:t>
            </a:r>
          </a:p>
          <a:p>
            <a:pPr/>
            <a:r>
              <a:t>0&lt;|x-x0|&lt;δ 时 |f(x)-A|&lt;ε</a:t>
            </a:r>
          </a:p>
          <a:p>
            <a:pPr/>
            <a:r>
              <a:t>极限与 f(x0) 无关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左右极限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左极限：x→x0⁻</a:t>
            </a:r>
          </a:p>
          <a:p>
            <a:pPr/>
            <a:r>
              <a:t>右极限：x→x0⁺</a:t>
            </a:r>
          </a:p>
          <a:p>
            <a:pPr/>
            <a:r>
              <a:t>极限存在 ⇔ 左右相等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函数极限性质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唯一性、局部有界性</a:t>
            </a:r>
          </a:p>
          <a:p>
            <a:pPr/>
            <a:r>
              <a:t>局部保号性</a:t>
            </a:r>
          </a:p>
          <a:p>
            <a:pPr/>
            <a:r>
              <a:t>四则运算法则</a:t>
            </a:r>
          </a:p>
          <a:p>
            <a:pPr/>
            <a:r>
              <a:t>夹逼准则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海涅定理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函数极限 ⇔ 数列极限</a:t>
            </a:r>
          </a:p>
          <a:p>
            <a:pPr/>
            <a:r>
              <a:t>用于证明极限不存在</a:t>
            </a:r>
          </a:p>
          <a:p>
            <a:pPr/>
            <a:r>
              <a:t>构造两个子列取不同值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